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58" r:id="rId12"/>
    <p:sldId id="259" r:id="rId13"/>
    <p:sldId id="257" r:id="rId14"/>
    <p:sldId id="260" r:id="rId15"/>
    <p:sldId id="261" r:id="rId16"/>
    <p:sldId id="262" r:id="rId17"/>
    <p:sldId id="26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9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gif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556C-7C46-31AC-9460-D319A8E77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 file?</a:t>
            </a:r>
          </a:p>
          <a:p>
            <a:r>
              <a:rPr lang="en-US" dirty="0"/>
              <a:t>What is a directory?</a:t>
            </a:r>
          </a:p>
          <a:p>
            <a:r>
              <a:rPr lang="en-US" dirty="0"/>
              <a:t>How are these things organized?</a:t>
            </a:r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39B23-08B5-2D3D-E66C-0F2B4A40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Directories and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9DF8E-F877-A21C-0004-F6A2A1744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 file?</a:t>
            </a:r>
          </a:p>
          <a:p>
            <a:r>
              <a:rPr lang="en-US" dirty="0"/>
              <a:t>What is a directory?</a:t>
            </a:r>
          </a:p>
          <a:p>
            <a:r>
              <a:rPr lang="en-US" dirty="0"/>
              <a:t>How are these things organized?</a:t>
            </a:r>
          </a:p>
        </p:txBody>
      </p:sp>
    </p:spTree>
    <p:extLst>
      <p:ext uri="{BB962C8B-B14F-4D97-AF65-F5344CB8AC3E}">
        <p14:creationId xmlns:p14="http://schemas.microsoft.com/office/powerpoint/2010/main" val="1129550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23B0E-1014-E0C2-973B-6AB62945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3D5D3-E9C1-CAF2-A64C-91CCCC318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addresses for files/directories</a:t>
            </a:r>
          </a:p>
          <a:p>
            <a:r>
              <a:rPr lang="en-US" dirty="0"/>
              <a:t>Relative vs. absolute paths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669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5346-7909-B09D-5147-BA1016401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the computer via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559EF-0415-D4DB-7491-C05A85E56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give more detailed instructions</a:t>
            </a:r>
          </a:p>
          <a:p>
            <a:r>
              <a:rPr lang="en-US" dirty="0"/>
              <a:t>“Universal” </a:t>
            </a:r>
          </a:p>
          <a:p>
            <a:r>
              <a:rPr lang="en-US" dirty="0"/>
              <a:t>Examples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726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30033-DDAB-B932-116D-4630BEE30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D1A7D-A95C-86E2-00F0-1C4D0A4B6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Shell, command prompt, terminal, etc.</a:t>
            </a:r>
          </a:p>
        </p:txBody>
      </p:sp>
    </p:spTree>
    <p:extLst>
      <p:ext uri="{BB962C8B-B14F-4D97-AF65-F5344CB8AC3E}">
        <p14:creationId xmlns:p14="http://schemas.microsoft.com/office/powerpoint/2010/main" val="3432422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DD603-B2F7-5E47-5BD7-027ED854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3C2C7-35B5-CEE0-238B-6A6482D11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Cd, ls, </a:t>
            </a:r>
            <a:r>
              <a:rPr lang="en-US" dirty="0" err="1"/>
              <a:t>pwd</a:t>
            </a:r>
            <a:endParaRPr lang="en-US" dirty="0"/>
          </a:p>
          <a:p>
            <a:r>
              <a:rPr lang="en-US" dirty="0"/>
              <a:t>Relative vs. absolute paths</a:t>
            </a:r>
          </a:p>
        </p:txBody>
      </p:sp>
    </p:spTree>
    <p:extLst>
      <p:ext uri="{BB962C8B-B14F-4D97-AF65-F5344CB8AC3E}">
        <p14:creationId xmlns:p14="http://schemas.microsoft.com/office/powerpoint/2010/main" val="130011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87625-A3FD-E5BA-FF34-264CA91A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ssh</a:t>
            </a:r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 directory</a:t>
            </a:r>
          </a:p>
          <a:p>
            <a:r>
              <a:rPr lang="en-US" dirty="0"/>
              <a:t>Lab directory</a:t>
            </a:r>
          </a:p>
          <a:p>
            <a:r>
              <a:rPr lang="en-US" dirty="0"/>
              <a:t>Scratch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754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227</Words>
  <Application>Microsoft Office PowerPoint</Application>
  <PresentationFormat>Widescreen</PresentationFormat>
  <Paragraphs>93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Source Sans Pro</vt:lpstr>
      <vt:lpstr>Office Theme</vt:lpstr>
      <vt:lpstr>PowerPoint Presentation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Directories and files</vt:lpstr>
      <vt:lpstr>Paths</vt:lpstr>
      <vt:lpstr>Interacting with the computer via text</vt:lpstr>
      <vt:lpstr>Vocabulary</vt:lpstr>
      <vt:lpstr>Navigation</vt:lpstr>
      <vt:lpstr>Connecting to a remote computer</vt:lpstr>
      <vt:lpstr>Cluster file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5</cp:revision>
  <dcterms:created xsi:type="dcterms:W3CDTF">2026-01-12T15:34:42Z</dcterms:created>
  <dcterms:modified xsi:type="dcterms:W3CDTF">2026-01-12T19:51:17Z</dcterms:modified>
</cp:coreProperties>
</file>