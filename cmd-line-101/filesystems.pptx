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9" r:id="rId3"/>
    <p:sldId id="268" r:id="rId4"/>
    <p:sldId id="267" r:id="rId5"/>
    <p:sldId id="266" r:id="rId6"/>
    <p:sldId id="265" r:id="rId7"/>
    <p:sldId id="264" r:id="rId8"/>
    <p:sldId id="271" r:id="rId9"/>
    <p:sldId id="270" r:id="rId10"/>
    <p:sldId id="272" r:id="rId11"/>
    <p:sldId id="273" r:id="rId12"/>
    <p:sldId id="275" r:id="rId13"/>
    <p:sldId id="276" r:id="rId14"/>
    <p:sldId id="277" r:id="rId15"/>
    <p:sldId id="282" r:id="rId16"/>
    <p:sldId id="278" r:id="rId17"/>
    <p:sldId id="279" r:id="rId18"/>
    <p:sldId id="283" r:id="rId19"/>
    <p:sldId id="280" r:id="rId20"/>
    <p:sldId id="284" r:id="rId21"/>
    <p:sldId id="274" r:id="rId22"/>
    <p:sldId id="285" r:id="rId23"/>
    <p:sldId id="286" r:id="rId24"/>
    <p:sldId id="288" r:id="rId25"/>
    <p:sldId id="287" r:id="rId26"/>
    <p:sldId id="289" r:id="rId27"/>
    <p:sldId id="290" r:id="rId28"/>
    <p:sldId id="291" r:id="rId29"/>
    <p:sldId id="293" r:id="rId30"/>
    <p:sldId id="294" r:id="rId31"/>
    <p:sldId id="292" r:id="rId32"/>
    <p:sldId id="295" r:id="rId33"/>
    <p:sldId id="297" r:id="rId34"/>
    <p:sldId id="301" r:id="rId35"/>
    <p:sldId id="302" r:id="rId36"/>
    <p:sldId id="300" r:id="rId37"/>
    <p:sldId id="307" r:id="rId38"/>
    <p:sldId id="299" r:id="rId39"/>
    <p:sldId id="304" r:id="rId40"/>
    <p:sldId id="308" r:id="rId41"/>
    <p:sldId id="305" r:id="rId42"/>
    <p:sldId id="306" r:id="rId43"/>
    <p:sldId id="309" r:id="rId44"/>
    <p:sldId id="310" r:id="rId45"/>
    <p:sldId id="258" r:id="rId46"/>
    <p:sldId id="259" r:id="rId47"/>
    <p:sldId id="257" r:id="rId48"/>
    <p:sldId id="260" r:id="rId49"/>
    <p:sldId id="261" r:id="rId50"/>
    <p:sldId id="262" r:id="rId51"/>
    <p:sldId id="26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60665-F2D6-47BB-955B-EBDD4EFB024B}" v="59" dt="2026-01-12T17:30:55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5B53906A-5F1B-43C2-814B-DA37BB59EAFF}"/>
    <pc:docChg chg="undo custSel addSld modSld">
      <pc:chgData name="Thomas, Gregg" userId="dfa61f86-18d4-44e1-a72b-c953fd59092c" providerId="ADAL" clId="{5B53906A-5F1B-43C2-814B-DA37BB59EAFF}" dt="2026-01-12T19:10:55.244" v="225" actId="1076"/>
      <pc:docMkLst>
        <pc:docMk/>
      </pc:docMkLst>
      <pc:sldChg chg="addSp delSp modSp new mod">
        <pc:chgData name="Thomas, Gregg" userId="dfa61f86-18d4-44e1-a72b-c953fd59092c" providerId="ADAL" clId="{5B53906A-5F1B-43C2-814B-DA37BB59EAFF}" dt="2026-01-12T19:10:55.244" v="225" actId="1076"/>
        <pc:sldMkLst>
          <pc:docMk/>
          <pc:sldMk cId="2047572788" sldId="264"/>
        </pc:sldMkLst>
        <pc:spChg chg="mod">
          <ac:chgData name="Thomas, Gregg" userId="dfa61f86-18d4-44e1-a72b-c953fd59092c" providerId="ADAL" clId="{5B53906A-5F1B-43C2-814B-DA37BB59EAFF}" dt="2026-01-12T17:35:29.058" v="224" actId="1076"/>
          <ac:spMkLst>
            <pc:docMk/>
            <pc:sldMk cId="2047572788" sldId="264"/>
            <ac:spMk id="2" creationId="{DF741E71-7AE5-46DF-818C-18790936B086}"/>
          </ac:spMkLst>
        </pc:spChg>
        <pc:spChg chg="del">
          <ac:chgData name="Thomas, Gregg" userId="dfa61f86-18d4-44e1-a72b-c953fd59092c" providerId="ADAL" clId="{5B53906A-5F1B-43C2-814B-DA37BB59EAFF}" dt="2026-01-12T16:47:21.416" v="41" actId="478"/>
          <ac:spMkLst>
            <pc:docMk/>
            <pc:sldMk cId="2047572788" sldId="264"/>
            <ac:spMk id="3" creationId="{38DC1B9A-A37A-E1D4-B035-67949A62D3C8}"/>
          </ac:spMkLst>
        </pc:spChg>
        <pc:spChg chg="add mod ord">
          <ac:chgData name="Thomas, Gregg" userId="dfa61f86-18d4-44e1-a72b-c953fd59092c" providerId="ADAL" clId="{5B53906A-5F1B-43C2-814B-DA37BB59EAFF}" dt="2026-01-12T17:26:55.184" v="161" actId="167"/>
          <ac:spMkLst>
            <pc:docMk/>
            <pc:sldMk cId="2047572788" sldId="264"/>
            <ac:spMk id="31" creationId="{EDA08AC4-3306-B323-E664-176D998FFC77}"/>
          </ac:spMkLst>
        </pc:spChg>
        <pc:spChg chg="add mod ord">
          <ac:chgData name="Thomas, Gregg" userId="dfa61f86-18d4-44e1-a72b-c953fd59092c" providerId="ADAL" clId="{5B53906A-5F1B-43C2-814B-DA37BB59EAFF}" dt="2026-01-12T17:26:58.399" v="162" actId="167"/>
          <ac:spMkLst>
            <pc:docMk/>
            <pc:sldMk cId="2047572788" sldId="264"/>
            <ac:spMk id="32" creationId="{51B9FE04-4F55-82F6-7D3B-9D3FDAAEB69C}"/>
          </ac:spMkLst>
        </pc:spChg>
        <pc:spChg chg="add mod">
          <ac:chgData name="Thomas, Gregg" userId="dfa61f86-18d4-44e1-a72b-c953fd59092c" providerId="ADAL" clId="{5B53906A-5F1B-43C2-814B-DA37BB59EAFF}" dt="2026-01-12T19:10:55.244" v="225" actId="1076"/>
          <ac:spMkLst>
            <pc:docMk/>
            <pc:sldMk cId="2047572788" sldId="264"/>
            <ac:spMk id="33" creationId="{7E84D6F2-6EE2-B419-A676-B2BF98570B7E}"/>
          </ac:spMkLst>
        </pc:spChg>
        <pc:spChg chg="add mod">
          <ac:chgData name="Thomas, Gregg" userId="dfa61f86-18d4-44e1-a72b-c953fd59092c" providerId="ADAL" clId="{5B53906A-5F1B-43C2-814B-DA37BB59EAFF}" dt="2026-01-12T17:28:15.623" v="185" actId="14100"/>
          <ac:spMkLst>
            <pc:docMk/>
            <pc:sldMk cId="2047572788" sldId="264"/>
            <ac:spMk id="34" creationId="{F6310EDC-33E2-5316-50DF-6273866577E2}"/>
          </ac:spMkLst>
        </pc:spChg>
        <pc:spChg chg="add mod">
          <ac:chgData name="Thomas, Gregg" userId="dfa61f86-18d4-44e1-a72b-c953fd59092c" providerId="ADAL" clId="{5B53906A-5F1B-43C2-814B-DA37BB59EAFF}" dt="2026-01-12T17:30:39.485" v="205" actId="207"/>
          <ac:spMkLst>
            <pc:docMk/>
            <pc:sldMk cId="2047572788" sldId="264"/>
            <ac:spMk id="35" creationId="{39FBB656-5C75-CA4C-3DC7-1A646CE9BFD1}"/>
          </ac:spMkLst>
        </pc:spChg>
        <pc:spChg chg="add mod">
          <ac:chgData name="Thomas, Gregg" userId="dfa61f86-18d4-44e1-a72b-c953fd59092c" providerId="ADAL" clId="{5B53906A-5F1B-43C2-814B-DA37BB59EAFF}" dt="2026-01-12T17:30:53.995" v="215" actId="122"/>
          <ac:spMkLst>
            <pc:docMk/>
            <pc:sldMk cId="2047572788" sldId="264"/>
            <ac:spMk id="36" creationId="{516EED6D-D2E6-FF2E-AE3F-D584AD454EB0}"/>
          </ac:spMkLst>
        </pc:spChg>
        <pc:spChg chg="add mod">
          <ac:chgData name="Thomas, Gregg" userId="dfa61f86-18d4-44e1-a72b-c953fd59092c" providerId="ADAL" clId="{5B53906A-5F1B-43C2-814B-DA37BB59EAFF}" dt="2026-01-12T17:31:01.320" v="223" actId="20577"/>
          <ac:spMkLst>
            <pc:docMk/>
            <pc:sldMk cId="2047572788" sldId="264"/>
            <ac:spMk id="37" creationId="{FD58A2BE-3B76-B2CB-C7A4-4F5AFFAC1C53}"/>
          </ac:spMkLst>
        </pc:spChg>
        <pc:picChg chg="add mod ord">
          <ac:chgData name="Thomas, Gregg" userId="dfa61f86-18d4-44e1-a72b-c953fd59092c" providerId="ADAL" clId="{5B53906A-5F1B-43C2-814B-DA37BB59EAFF}" dt="2026-01-12T17:26:51.874" v="160" actId="167"/>
          <ac:picMkLst>
            <pc:docMk/>
            <pc:sldMk cId="2047572788" sldId="264"/>
            <ac:picMk id="5" creationId="{55CC7405-C3B0-EE6F-CD91-E0E70C4C3DF5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7" creationId="{38E0C665-C657-2B70-2660-4579A48574C6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9" creationId="{40089CA3-3024-FA4B-FC04-FBD800992578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1" creationId="{D0CFFDB9-76D0-E9E4-0FBF-CDF12BEC392A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3" creationId="{49A1967A-7754-67A8-E0A8-09A64FBC5DCC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5" creationId="{175CF639-8765-92BF-3C5A-3E406FF6297D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7" creationId="{9BD05213-6F6D-F56F-E652-40FF085C79E4}"/>
          </ac:picMkLst>
        </pc:picChg>
        <pc:picChg chg="add mod">
          <ac:chgData name="Thomas, Gregg" userId="dfa61f86-18d4-44e1-a72b-c953fd59092c" providerId="ADAL" clId="{5B53906A-5F1B-43C2-814B-DA37BB59EAFF}" dt="2026-01-12T17:26:23.499" v="154" actId="1076"/>
          <ac:picMkLst>
            <pc:docMk/>
            <pc:sldMk cId="2047572788" sldId="264"/>
            <ac:picMk id="18" creationId="{4688334E-3270-164C-83A3-3BD69ECFA1F8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0" creationId="{48A11280-63F0-0F42-FB77-B86A9A92A3B5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2" creationId="{C1666496-3631-9CE8-8E96-0F69B56986CC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4" creationId="{1B0A5A39-D787-B18D-F216-9CCC4E9B70DD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6" creationId="{6CDD06F5-5798-4625-9BAB-C3EAA4B5E0E2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8" creationId="{2B3E9378-FC77-024A-C990-8F64F8610B08}"/>
          </ac:picMkLst>
        </pc:picChg>
        <pc:picChg chg="add mod">
          <ac:chgData name="Thomas, Gregg" userId="dfa61f86-18d4-44e1-a72b-c953fd59092c" providerId="ADAL" clId="{5B53906A-5F1B-43C2-814B-DA37BB59EAFF}" dt="2026-01-12T17:25:37.265" v="148" actId="1076"/>
          <ac:picMkLst>
            <pc:docMk/>
            <pc:sldMk cId="2047572788" sldId="264"/>
            <ac:picMk id="1026" creationId="{209708CE-B8B5-13D4-7A35-5FE64F8EF603}"/>
          </ac:picMkLst>
        </pc:picChg>
        <pc:cxnChg chg="add del mod">
          <ac:chgData name="Thomas, Gregg" userId="dfa61f86-18d4-44e1-a72b-c953fd59092c" providerId="ADAL" clId="{5B53906A-5F1B-43C2-814B-DA37BB59EAFF}" dt="2026-01-12T17:25:20.636" v="145" actId="478"/>
          <ac:cxnSpMkLst>
            <pc:docMk/>
            <pc:sldMk cId="2047572788" sldId="264"/>
            <ac:cxnSpMk id="30" creationId="{23F3CE45-A1ED-DC9F-4718-E70B518E5C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C97FA-6859-4219-8E5C-CDE43325068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7EF8-35D8-4635-8F46-65E701D7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47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351A5-CD69-7CB0-F617-025F2591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D49F5-7A94-145C-6ED5-2FB28887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DD40C-F578-BD46-3450-AFB7953E3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A1925-08E7-1F1D-C0C4-A988F9EDE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1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829E-AD9F-63E7-FE57-79FA8E6C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FF289-0E0D-63B3-C446-31DE3D245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CB58E-3FBD-EC13-1AD8-509B85887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5E2FE-B1DF-7785-DA48-45126934A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0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C260-65D6-5C66-2390-CB1BD438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21B5-46FE-E895-6AD1-85CBF9BB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9C58A-0CFA-0547-646B-26D4D8B8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50597-6EBF-E40A-6DB8-80F488FE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0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5DF6-B432-2218-A8D7-0E7F2AAD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274E7-C40C-3218-5485-21F614CB4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3AE16-1F13-F7C0-E759-D428B017C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3E6F9-B8D2-16B7-F5EC-BB67BFBF5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3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5186-79C0-C0BF-3D1E-7EAF179E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DC53B-D322-20B3-C394-5DE3946BF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3E705-9EB2-A401-D758-D2F3AAFD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2DC3F-3188-CBC8-5E6E-AE2A513E7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9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4620-A720-9403-5D79-C3DFB467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09094-49F5-90E6-6DFD-2634F073D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D5199-A014-2CAA-FD4A-D90D6AB38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7C7B3-BBF5-F329-7427-A40B9A41B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5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210E-05E5-DC62-7072-9B28CE1A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C8E9B-C426-660E-1065-8E42139C9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447EB-C30F-C2D0-7BF3-B87473A2A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B89F7-707A-1C1A-4A0B-549B39288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2D29-177B-4C54-7AAA-23FB3114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946DC-70D6-D4B7-8A46-71AC64206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71DE9-2EE5-B88E-5DE1-437F8A6D7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1A4B-96DA-BDEE-A2A6-7EC19DB7E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39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E9BF-0AA0-8427-757B-6C82D133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4DB6E-8CE6-4FF9-B7A2-9252F4528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52238-B71F-970B-DB2A-3832E7926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575F9-95F6-D9C0-4C01-FF6B70C96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49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B67D-08DE-C3D0-7C2D-0C4E5E19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0E5DE-10CC-7431-E122-04FB75899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B409F-66B9-D42C-204C-9951C1458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E674-2103-DCEF-1F03-C5146F9F3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9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352C-4DBD-3B9F-C718-44FD11D9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95DF0-E194-19F4-AA2A-298603FD5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BBA8E-CEFB-13AE-6F52-A9DB7EE3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F0835-548B-EA3E-ABA1-843A86D81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8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5EBC-BEF3-35C7-E731-51B616AA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35411-4EED-80EB-CC40-5F907284C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5395B-7E70-E19B-33CA-1EC446631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B54FD-7DCE-AF81-DE59-33C945EB2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14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CD6A-FA50-3072-75C7-B8F3B729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184E1-350F-D4AE-F0AE-6B954D077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F8AFD-A6C7-ABEA-7C95-8C2B10C97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E3A3-6EA4-7C32-D610-14FC83E6D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03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7A5D-E376-9345-5D9F-85EC1C9D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DA67E-2799-350A-BD81-7EEAB3235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D3E37-5EA8-7B4B-8B05-90A591F66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59C6D-B050-B859-DA73-8CA656803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27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15A3-7374-B95D-B12A-5916CCE9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3645B-2E6D-7376-9C9F-5379FD23D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316B1-E9B3-8D76-BE9F-DC46B626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0F7EF-D618-B233-F409-D6DE8DD6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57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1B7D-DF4D-29F0-E7F8-7005A429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FDE7E-4F01-E21D-18D9-C2B5EFC19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A0708-EFB3-1BC6-5223-059051055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4B97-0FCF-FFE2-A4F6-0D4E8486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3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5E22-A2E0-AF2A-DA34-CBE0B322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1C57D-3C0B-2620-A850-D9E5DC0B5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D22F4-0702-0376-181A-64E4FEEE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0C09-90EE-FCB1-E373-B3EDCBD08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5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51EB-57AD-ED73-0035-B4A18581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B3467-C396-03D4-745D-32DFC036B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F587B-8E69-BD76-87EF-BAC9A0958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DE48-42AB-2B89-48D9-B6DEF32FC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80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159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D1CD-1775-E187-9338-089973E3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21455-71E9-F710-0824-0740E5184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38197-CAFF-752A-A32B-B0162FFE6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514C-21D5-F027-C1FA-7B3A28681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21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E20F-0BE2-C58F-F676-007E05A6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E71CB-C51A-6041-1BFE-E0CD7058A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903D0-21BE-31B3-DC82-E025E64C6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86F31-FBF2-65D9-F93C-BA77FB07F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94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2FE2-6A24-1187-A8C9-5AC6116D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A853A-C2EE-D3C7-A848-30D338A14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59F01-8771-1546-442E-9D4EA0F6D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715A-F88C-5561-92EC-ABF374531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62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7D1B-D8D3-808A-EA6A-1F356555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B781C-DD4A-E1BE-26BF-7ED9FBDBE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E883C-5039-E6D7-C30C-0439825C7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1CA7-75BF-4E9C-26CC-58FFA4E83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10CD-612E-D5BB-0C0C-F5D22B46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4AA2E-609F-B377-243D-169F006C2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A5A2C-9960-9B99-58B5-A983B5F32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0700F-10BD-65C9-AE1B-E219720C5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80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E107-C072-21B1-5E81-2F1C59C5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C0582-5C2A-1E73-0C4D-B31517F6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7A606-9C35-ACD4-E4E2-6414704EF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239C9-C9AD-C489-E116-024EFACF7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8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DF73-4BEC-278D-44DB-B9C860FB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148A9-15D9-1C64-C091-4DDD8B95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F0C67-A704-2D3B-BE49-89747C94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FD140-AAA3-F542-6FA0-11686767D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49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4199-D64D-5D0C-A51B-A0792315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6B5EA-DE33-0F26-7CF2-123702898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3CEA9-B069-95E7-198D-D330A2F01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5E1C7-58CD-82C4-77DE-3AEE1D41A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499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1AAD-429F-22F2-E2B0-DBE1A3E8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FCE53-3334-2461-0EE4-555DB417F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BFCEC-B0DD-A077-E59F-8A3DBB0AE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0AF14-44E8-138B-A02C-8B41F3750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423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5AD1-DB6D-C85A-7AB1-DBA55756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951F4-8558-77F5-82E2-B8AF04076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84F64-2726-F187-3CF2-8D66AD062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5CA97-FC79-9A36-D2DB-93A31BCB2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638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AA14-DE37-C2E7-17FD-FC28A46C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43A6C-47B5-8759-A4A4-6DDAA7BC1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FD489-1BBA-274D-1155-9943635C7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100C-DCB6-FCE3-389A-8F3F58847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904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A920-CC30-DB16-4CB1-3895CAFF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B6B7-D826-F2B2-A6AD-D9FD5AA1F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E0745-D39B-7A4B-D023-C1E50FB99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ADB4-6647-6C9E-09F2-791BEFBFF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4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47BB-328D-FF3A-FB21-C2AB4A1EE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CBC7B-F803-DA30-CA98-C6284C45A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B0C9-5C46-5743-7C97-CAD33CE2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9FB9-2CA0-2543-5417-D7421A6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344-6593-D270-E0AA-510F663D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8AA3-9D6F-9430-308A-99C78F69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74C4-A43B-4353-5502-EEC333B8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F9EB-D537-F4E6-2143-9E299646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9785-5C44-AAEE-9589-27B60D76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731D-FFE4-E910-3729-5A5FA0A2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5753-30DA-0041-F9C7-4689ADD3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030D8-828D-362C-8C79-CE937C42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B502-A81D-31AE-785E-05521DB8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6DCB-53A6-A59F-7686-55E50DB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1C17-8C4B-F6F4-7048-EF360E4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F24-0C5C-42F4-34EE-09B02305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0161-6115-3CF5-98B1-3ABA9AC56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E2086-6D7B-D3AE-2EB0-06B44B90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7C4DD-4F37-EB27-5F9B-59F1E4F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B38E-2674-E0C5-AB77-A3BE6F59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A4B83-8F8B-BD62-FD6E-30DC3398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E5A-16B4-3B0E-FC93-CDB5C333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4433-462D-44DC-04E1-76FA8170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1FFCE-C634-D05C-7A08-11A57C24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EBF-5524-E0DF-51DF-49FF65577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88635-2421-1408-D696-042A7E989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723EA-C66B-D5DD-2C01-5248F98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E0B4A-65F4-469B-60A5-DEF4E298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7A78-99B2-3912-AAB8-81A7C6E1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1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9443-3A16-2BC7-241C-1596D519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5A24F-89D2-EA15-8B23-95206959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5A6D1-B48F-B4A0-C9E4-866CAA89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359F8-0A96-CFA6-E1F0-8BB0640A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1CFBE-F7FB-CF48-EBE3-0C57DDEC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7362B-5155-791F-73FA-797E26CD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D6765-BE8F-C44E-4F04-66EBB4FB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D917-261C-5BD0-2D6C-9FEA862F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869C-AE14-6F78-A445-A81793C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8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A71C5-46D8-27B5-F9CD-05F12B3E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51826-B3F4-049E-7886-0C3EE980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6308-38BC-1C56-6E54-71B7754F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A414B-03C9-F1BC-FB04-2C3DBB56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3D03-2901-2129-A288-A07681BB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4847-A851-5A29-55FB-D389E5581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C6C24-2F46-8EC1-F152-D75C248BD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3BB1-662F-456E-A8C5-E323F3C8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F2D2-E491-27EB-3EE4-CC74533F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AF1B6-F600-02CD-2712-46A5226E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3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FA01-476D-06E3-2625-529C89DE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E60B3-0289-23F1-AA3E-C329D0046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6CE0-748B-4DED-5C0A-584BECE2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75F-B147-EC17-45C6-A3F6AF99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D3A9-EA87-3F85-FA7C-929D3C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0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3E630-7CDD-A00C-0C1C-8489F7DDA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5212F-156E-2230-8A9C-F0F2DD89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1F81-02ED-EA91-3B81-75B01A09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0AEC-F8B8-12E0-8AD5-4B1B9D6E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EE0A-818E-4525-8FF3-910A877A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EBC2B-1543-4583-56C1-662CAA6F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8960-F417-898E-F329-5ADB01C8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3D27B-60B5-B8BE-0564-3B226551A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B47E-54BC-47CE-8C53-06DEDDAC739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96DC-6CE0-1CDF-E069-385112DE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6372-0427-7AE6-B2FE-23F3E064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gif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ormatics.fas.harvard.edu/resources/glossary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1F4D-9097-5D72-94FD-D6AA1DB7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91C5-2968-26C3-7D19-EBE224EE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B2B7B5C-7B08-8E1E-1D91-A0C83B059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D82EDB4-6644-0982-7A18-76B8126F8161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182957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5775-E1F4-3732-5570-5A538FD5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93C4E9EC-6DD7-6EEF-FEAB-452A8A10DFA5}"/>
              </a:ext>
            </a:extLst>
          </p:cNvPr>
          <p:cNvSpPr/>
          <p:nvPr/>
        </p:nvSpPr>
        <p:spPr>
          <a:xfrm>
            <a:off x="1953029" y="3632681"/>
            <a:ext cx="707622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553D8-0E95-5F78-743A-0B69761C7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C7652-5116-5625-6AA1-001B0779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AA288C7E-E836-EE29-11AA-ED57CB7C3F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59A3F9F-1C14-2C42-359E-BA050E6CD54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D47853-871F-DF06-24A0-BFDC44D2E3F0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99470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6426-5BF2-D98E-C50F-FBF6C3D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F3354EDE-A649-DE60-6794-B67025E9C575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70871-552C-7D06-FAEC-F57ACC4E1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40EB34-33B5-64F4-E481-9F3A5768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A2F571D5-47FA-E2FD-3F81-B743571BF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73F71-DE65-07CD-71D2-74A622AF9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6CC6A-A582-6217-6BAE-E88680FD3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C6A15-88FB-58CA-5272-BF6301808C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33F9F8-0458-8BCB-804B-041D917BFE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D5E939-0FD0-4D40-9406-C37C228050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422DDB-E344-79A8-E6E7-18BB3F692E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B36097A-698B-C091-E78E-712B1F04953D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BDD7C-5C15-DD96-8910-964F9D69A7C4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3493DB-06FE-7E66-0CEC-8F0363CBED8C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90905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1B9B-20CB-E9D5-9FA4-81EF6127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5B8C82F9-0160-3450-CB1F-D74A9A5AAD2E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8B192-8253-36BA-EB50-2AA8F1D15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63BFF5-D172-9E4E-4101-552493AB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B438C555-D4D3-287B-8C75-6C987B640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3E747-8783-5DE8-FDE6-0E60867AB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A7E37-7DDB-4873-CD04-51BA2F227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46874E-03F1-4D3D-49D9-15C264B44A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62B822-3C5E-63A9-800C-0E2886B94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0D1E3B-6811-3F34-893E-27CA2BD923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809C6E-69B0-B01E-87EA-618406B341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F3F6123-001E-D9F4-4AA7-2BD6923ACA3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12B739-6FCD-DCF5-178C-5853989432E1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C67BB-41BF-5FEC-D2DC-EC9587EBAEAC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F9DEB3-EE00-F67B-D040-7CDFC89032A8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A1756-A808-72FD-BC4E-247E2DF34795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949135-CF13-A401-A60D-CEB330BC3D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A70900-9C7C-93DB-8507-5561C4060C8B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BADB7F-EEF3-C0DC-58AB-565389E89538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BEABFF-8F82-1D13-C95B-8F6CC457882E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9542AC-5269-9BC8-0FFE-98BF59FBA840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662D01-4E64-754D-E63A-E086E1C4263E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060999-B3F4-26E6-9EA0-1CADF44F4D52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857E2F-7A9D-2958-1A33-321FD8642C6B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EFEE46-54FB-08DE-B966-83AD96C54886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B8CAD0-2A3A-3BDE-C6F4-1EE586BAF65E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277008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FD3-95B2-2121-91EC-46EC286D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2187394E-B3A9-DCE7-DB87-95656E2AEB95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EC813-E990-BCBE-F321-982833829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0F0E50-85C7-90B1-7D88-AB2DFD24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7B3C0B6-2D4B-E06A-7B43-53873CE06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526B0-9E05-3DD5-06B5-442DC9CF5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13AA64-CD70-4D07-CCEE-0FD920755A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5B241-17B3-677C-E815-1A7B5043D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4E782-CEE5-F6A7-DE90-4F7B34C3EB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8A0A43-80E2-1CD5-DA68-14A1710A0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B90D87-EF62-E17E-A607-70EA1731C2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C9E7F4-31B1-BD33-BBF6-670A4E6D9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B2EF2BE-8F00-2E8B-D789-7AC92FB3AA62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2F33FE-B0D8-1D99-9C28-ABF424A41EC6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C95D8-97BC-9E79-D46D-77C5DF35977F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30097B-8281-919D-53AC-74FD7D131E12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67402E-33C4-4E9E-47B7-EC4C6627DAA4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27ADC8-E19B-AE59-42E3-B34E1D52574D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D89D41-092C-DF55-6459-87787C0CC4D8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2C7DA2-0129-10D5-49E3-83F8C67F0E6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10A683-F76B-D241-B090-4C011E0B5F21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20F3AF-043B-774D-3193-5BD8C7E4E806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4EA9EC-767D-30F8-A541-7BED54C6A04D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801135-BE99-B258-16C7-211F77157ED6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00BDED-867F-2B53-C437-B098B17B2EE7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6BA788-459B-6A07-46B1-5678DF314988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2FFC40-716F-6DE7-D814-153F8C6D7A5D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6BEEF2-5356-46DF-8B77-4AC27DC48D77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1558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Right 31">
            <a:extLst>
              <a:ext uri="{FF2B5EF4-FFF2-40B4-BE49-F238E27FC236}">
                <a16:creationId xmlns:a16="http://schemas.microsoft.com/office/drawing/2014/main" id="{51B9FE04-4F55-82F6-7D3B-9D3FDAAEB69C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DA08AC4-3306-B323-E664-176D998FFC77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C7405-C3B0-EE6F-CD91-E0E70C4C3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741E71-7AE5-46DF-818C-18790936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209708CE-B8B5-13D4-7A35-5FE64F8EF6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E0C665-C657-2B70-2660-4579A4857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89CA3-3024-FA4B-FC04-FBD8009925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FFDB9-76D0-E9E4-0FBF-CDF12BEC3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A1967A-7754-67A8-E0A8-09A64FBC5D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5CF639-8765-92BF-3C5A-3E406FF629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D05213-6F6D-F56F-E652-40FF085C79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88334E-3270-164C-83A3-3BD69ECFA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A11280-63F0-0F42-FB77-B86A9A92A3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666496-3631-9CE8-8E96-0F69B56986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0A5A39-D787-B18D-F216-9CCC4E9B70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DD06F5-5798-4625-9BAB-C3EAA4B5E0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3E9378-FC77-024A-C990-8F64F8610B0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E84D6F2-6EE2-B419-A676-B2BF98570B7E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310EDC-33E2-5316-50DF-6273866577E2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FBB656-5C75-CA4C-3DC7-1A646CE9BFD1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6EED6D-D2E6-FF2E-AE3F-D584AD454EB0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58A2BE-3B76-B2CB-C7A4-4F5AFFAC1C53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F67BA6-19EC-7F4B-2BED-2FF7917F10DE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7DB429-46A8-7053-0124-925D59F16F7E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FBC4C5-5FB9-2663-2F3D-793D08FAE2BD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6C3880-7963-61A7-8E83-D6B857BF43D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8237C9-1B03-8FCB-4E65-E89B075FB094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E28FBE-8FF6-5710-40A7-D2F9AE9D5F10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C1AD4B-FED9-9F79-32F4-9A0C475C6659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2FD4D-0E77-75EE-A02D-A0D20DD48F0E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0B4021-6C7F-0747-CA69-1BC5B291E30A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9ED5E6-1E2D-7056-B06F-97D896D48318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56DB8A-98AC-8850-7F5B-483C9929B910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702547-9E2F-A768-DBFA-82E2C6D8AF3F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204757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E038-5809-9439-DF6E-777D0C1F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3F46591F-3640-0B9B-78DF-7531CA16188D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6EC753-9597-3BDB-3C11-BF3027DC6C63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AB8A4A-D94E-39FD-5A31-A6B9A53C3FD4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EAAF60-649D-F67D-3BAA-0A6248238A2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09AC3D-E9CE-4654-3D3A-B1C192B4CCF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BAC50-7F91-EC3F-EC46-B7A1C6C762CD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DD78CF-D9D9-A769-402B-05F421F5E6F8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087B09-87AD-71E0-3A24-FE9BB84ABC66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84C24F-6804-EA7F-631E-7C506884A8F0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7AC5A4-B88D-FB8A-5135-047ED97B704C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17BD3-421A-9EA5-E956-D9414B112C7D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F427B7-562C-5726-355D-9AD7DACB7139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DEEB3D-A968-F95B-AAB9-96EF19BBCFED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F4D2B-DA71-EC4E-DC35-5D2C240E0164}"/>
              </a:ext>
            </a:extLst>
          </p:cNvPr>
          <p:cNvSpPr/>
          <p:nvPr/>
        </p:nvSpPr>
        <p:spPr>
          <a:xfrm>
            <a:off x="4268362" y="1295400"/>
            <a:ext cx="2651244" cy="5492750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38F97DE-9BB1-22BD-46EE-869F079E8579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BE5D9-84CB-BFF0-47E5-F7CD5120B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B8AE4-CD08-DF06-A658-AFB0982A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57D5367E-1946-925F-D0F0-4FF1F1557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2BFA6D-0153-AFF0-1D40-0B03620D3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A1ECE-903B-2B20-4097-EB076D14F3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0A1CB4-6D25-F214-F2A2-50C8A5F38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0BA21A-3E4E-B8C9-CFBB-09DC3CAAE1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F59344-808E-8914-E11E-329CAFF089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559A22-65C3-7E2F-C399-E6DF0FC10F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BCD2F4-5D45-0F08-6F2D-78E701950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89BAC7-D261-9615-ED4D-8304D33AF9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35201E-0EE3-AA52-897F-1D7C8CFDAA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97C621-2348-1135-2C60-D7C0372E0C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5F3FA2-CED2-A672-A68D-DF1DEFCCC0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F4A428-90D5-E92A-A9B3-09018275F7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E4415E6-6B64-8625-9736-E5EED3BCCA92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86A20-E48B-B2D9-C09C-CDBE7B5B86D7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14145C-C9BE-CF74-53E7-DF867DFE0046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AB119-3E65-F52A-E8FF-D41BEC7A406E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AA0DF2-C650-2BDA-CF6A-4768F5774086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314425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0F05-65C4-22C8-B7C2-51224E7A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Right 30">
            <a:extLst>
              <a:ext uri="{FF2B5EF4-FFF2-40B4-BE49-F238E27FC236}">
                <a16:creationId xmlns:a16="http://schemas.microsoft.com/office/drawing/2014/main" id="{DB57EEAA-8897-1AC2-87A5-9D7AF73CEEE2}"/>
              </a:ext>
            </a:extLst>
          </p:cNvPr>
          <p:cNvSpPr/>
          <p:nvPr/>
        </p:nvSpPr>
        <p:spPr>
          <a:xfrm>
            <a:off x="1953028" y="3632681"/>
            <a:ext cx="3273303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0E2F64-6A75-E14D-FE87-22708004AEA3}"/>
              </a:ext>
            </a:extLst>
          </p:cNvPr>
          <p:cNvCxnSpPr>
            <a:stCxn id="9" idx="3"/>
          </p:cNvCxnSpPr>
          <p:nvPr/>
        </p:nvCxnSpPr>
        <p:spPr>
          <a:xfrm>
            <a:off x="5926915" y="1865177"/>
            <a:ext cx="1320800" cy="13288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612BBB-DAEB-6EBB-5350-EA72A33067D2}"/>
              </a:ext>
            </a:extLst>
          </p:cNvPr>
          <p:cNvCxnSpPr>
            <a:stCxn id="7" idx="3"/>
          </p:cNvCxnSpPr>
          <p:nvPr/>
        </p:nvCxnSpPr>
        <p:spPr>
          <a:xfrm>
            <a:off x="5926915" y="2659399"/>
            <a:ext cx="1242235" cy="8474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7E4505-3074-F528-D786-4D30049B849A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926915" y="3453621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CC8E1C-E9D8-4D07-CFFC-58CF85B66E9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926915" y="3982974"/>
            <a:ext cx="1165618" cy="264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6989A4-67FC-6A8C-019E-EA91121A3507}"/>
              </a:ext>
            </a:extLst>
          </p:cNvPr>
          <p:cNvCxnSpPr>
            <a:stCxn id="15" idx="3"/>
          </p:cNvCxnSpPr>
          <p:nvPr/>
        </p:nvCxnSpPr>
        <p:spPr>
          <a:xfrm flipV="1">
            <a:off x="5936014" y="4238995"/>
            <a:ext cx="1233136" cy="80307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177038-4D71-7366-9915-C0D7E89BA017}"/>
              </a:ext>
            </a:extLst>
          </p:cNvPr>
          <p:cNvCxnSpPr>
            <a:stCxn id="17" idx="3"/>
          </p:cNvCxnSpPr>
          <p:nvPr/>
        </p:nvCxnSpPr>
        <p:spPr>
          <a:xfrm flipV="1">
            <a:off x="5951437" y="4507106"/>
            <a:ext cx="1465363" cy="1336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8C5C3BA-1218-221A-3161-0CE7E4BCD0C3}"/>
              </a:ext>
            </a:extLst>
          </p:cNvPr>
          <p:cNvSpPr txBox="1"/>
          <p:nvPr/>
        </p:nvSpPr>
        <p:spPr>
          <a:xfrm rot="2714146">
            <a:off x="6276066" y="23157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Winamp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E10B03-F2F1-DDB3-4FB5-004366574F54}"/>
              </a:ext>
            </a:extLst>
          </p:cNvPr>
          <p:cNvSpPr txBox="1"/>
          <p:nvPr/>
        </p:nvSpPr>
        <p:spPr>
          <a:xfrm rot="2057516">
            <a:off x="6157897" y="2827331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VLC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854778-7C1E-1D5C-38FB-AAB080C94496}"/>
              </a:ext>
            </a:extLst>
          </p:cNvPr>
          <p:cNvSpPr txBox="1"/>
          <p:nvPr/>
        </p:nvSpPr>
        <p:spPr>
          <a:xfrm rot="773838">
            <a:off x="6115242" y="334433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Notepad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52F88-1F73-F77E-9232-A05B50F239BF}"/>
              </a:ext>
            </a:extLst>
          </p:cNvPr>
          <p:cNvSpPr txBox="1"/>
          <p:nvPr/>
        </p:nvSpPr>
        <p:spPr>
          <a:xfrm rot="20762183">
            <a:off x="6048786" y="3884373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Acrobat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5DE92C-614B-A28E-685F-A784ADE388A7}"/>
              </a:ext>
            </a:extLst>
          </p:cNvPr>
          <p:cNvSpPr txBox="1"/>
          <p:nvPr/>
        </p:nvSpPr>
        <p:spPr>
          <a:xfrm rot="19560163">
            <a:off x="6103630" y="4414832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69A137-B03E-C507-0EB8-C57957C80786}"/>
              </a:ext>
            </a:extLst>
          </p:cNvPr>
          <p:cNvSpPr txBox="1"/>
          <p:nvPr/>
        </p:nvSpPr>
        <p:spPr>
          <a:xfrm rot="19059206">
            <a:off x="6284531" y="4907554"/>
            <a:ext cx="77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A10BB-1F1A-11A9-F158-FC1B4C3B7B2F}"/>
              </a:ext>
            </a:extLst>
          </p:cNvPr>
          <p:cNvSpPr/>
          <p:nvPr/>
        </p:nvSpPr>
        <p:spPr>
          <a:xfrm>
            <a:off x="4268362" y="1295400"/>
            <a:ext cx="2651244" cy="5492750"/>
          </a:xfrm>
          <a:prstGeom prst="rect">
            <a:avLst/>
          </a:prstGeom>
          <a:solidFill>
            <a:schemeClr val="accent1">
              <a:lumMod val="40000"/>
              <a:lumOff val="60000"/>
              <a:alpha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3B5D2D5-BD49-13A5-02E8-91DA021EEE48}"/>
              </a:ext>
            </a:extLst>
          </p:cNvPr>
          <p:cNvSpPr/>
          <p:nvPr/>
        </p:nvSpPr>
        <p:spPr>
          <a:xfrm>
            <a:off x="7715250" y="3634092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02E1F-4A9F-2E0A-7DF9-1642BEBD3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00" y="2745208"/>
            <a:ext cx="1946564" cy="1946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03F5E0-36C4-D4CB-9F24-5D809172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How is information stored on a computer?</a:t>
            </a:r>
          </a:p>
        </p:txBody>
      </p:sp>
      <p:pic>
        <p:nvPicPr>
          <p:cNvPr id="1026" name="Picture 2" descr="Why Do Computers Use 1s and 0s? Binary and Transistors Explained.">
            <a:extLst>
              <a:ext uri="{FF2B5EF4-FFF2-40B4-BE49-F238E27FC236}">
                <a16:creationId xmlns:a16="http://schemas.microsoft.com/office/drawing/2014/main" id="{C618751A-8ABC-2AF9-9579-9350D2B2B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2" b="-45156"/>
          <a:stretch>
            <a:fillRect/>
          </a:stretch>
        </p:blipFill>
        <p:spPr bwMode="auto">
          <a:xfrm>
            <a:off x="1" y="3506822"/>
            <a:ext cx="1946564" cy="111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47A13-75AC-0ADF-C413-F5F92F43D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2309106"/>
            <a:ext cx="700584" cy="700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EC67D-F13C-8319-68BC-C3C217493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1514884"/>
            <a:ext cx="700584" cy="700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D07F5E-05CF-D3A5-493B-6D1B69093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897550"/>
            <a:ext cx="700584" cy="700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5AA417-BF35-E6DB-27AB-54662F0C99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331" y="3103328"/>
            <a:ext cx="700584" cy="700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EEBD9D-237C-21FF-B895-BD7DA3D0FD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4691772"/>
            <a:ext cx="700584" cy="700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53F276-F45D-355B-204A-0E8322FFF3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30" y="5485994"/>
            <a:ext cx="716007" cy="716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BCE270-2670-E161-C63D-70CA62077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533" y="2745208"/>
            <a:ext cx="1946564" cy="19465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A85E82-A401-B9C5-5387-64B4A5DCB6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14" y="3368833"/>
            <a:ext cx="1303370" cy="8701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F14A5C-1390-A271-FA17-CC0B46839D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28" y="2571978"/>
            <a:ext cx="1230928" cy="7028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2EE040-B016-15D5-1BF7-EC4DA820D6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06" y="2469241"/>
            <a:ext cx="1208396" cy="8055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53515F-C8B5-4ABD-49C6-9858DC7DC7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63" y="4332990"/>
            <a:ext cx="1305243" cy="8701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8341BE7-CBA6-4BB2-1EB7-34530592CE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99" y="4404071"/>
            <a:ext cx="1113964" cy="7279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6382F74-4263-C5E7-2150-4F50E85E0D14}"/>
              </a:ext>
            </a:extLst>
          </p:cNvPr>
          <p:cNvSpPr txBox="1"/>
          <p:nvPr/>
        </p:nvSpPr>
        <p:spPr>
          <a:xfrm>
            <a:off x="2856143" y="4507106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Encoding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0BC140-D8E4-3D14-338D-509B3E8BD674}"/>
              </a:ext>
            </a:extLst>
          </p:cNvPr>
          <p:cNvSpPr txBox="1"/>
          <p:nvPr/>
        </p:nvSpPr>
        <p:spPr>
          <a:xfrm>
            <a:off x="7569104" y="4507106"/>
            <a:ext cx="11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Decoding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44E8EB-A652-E608-25A2-89BBC69FB9AF}"/>
              </a:ext>
            </a:extLst>
          </p:cNvPr>
          <p:cNvSpPr txBox="1"/>
          <p:nvPr/>
        </p:nvSpPr>
        <p:spPr>
          <a:xfrm>
            <a:off x="10465296" y="5301328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A87494-01F2-896A-A697-49AD3AE3C885}"/>
              </a:ext>
            </a:extLst>
          </p:cNvPr>
          <p:cNvSpPr txBox="1"/>
          <p:nvPr/>
        </p:nvSpPr>
        <p:spPr>
          <a:xfrm>
            <a:off x="5145719" y="6315256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CD5962-F777-E62F-74AF-DC9944526B96}"/>
              </a:ext>
            </a:extLst>
          </p:cNvPr>
          <p:cNvSpPr txBox="1"/>
          <p:nvPr/>
        </p:nvSpPr>
        <p:spPr>
          <a:xfrm>
            <a:off x="533280" y="4332990"/>
            <a:ext cx="88000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Binary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4FE1761-8488-11D3-793E-AE7738961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4" y="203916"/>
            <a:ext cx="4089048" cy="11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49E27C-8815-5B67-7DA9-291C6E82CA2C}"/>
              </a:ext>
            </a:extLst>
          </p:cNvPr>
          <p:cNvSpPr txBox="1"/>
          <p:nvPr/>
        </p:nvSpPr>
        <p:spPr>
          <a:xfrm>
            <a:off x="1676441" y="946230"/>
            <a:ext cx="2305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files</a:t>
            </a:r>
          </a:p>
        </p:txBody>
      </p:sp>
    </p:spTree>
    <p:extLst>
      <p:ext uri="{BB962C8B-B14F-4D97-AF65-F5344CB8AC3E}">
        <p14:creationId xmlns:p14="http://schemas.microsoft.com/office/powerpoint/2010/main" val="406361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7DF8-58E6-37FA-71F7-9BF70EC7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AB33-2ED7-AD9C-1618-3255D0FE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/>
              <a:t>Filesystems</a:t>
            </a:r>
            <a:r>
              <a:rPr lang="en-US" dirty="0"/>
              <a:t> organize files on a computer</a:t>
            </a:r>
          </a:p>
        </p:txBody>
      </p:sp>
      <p:pic>
        <p:nvPicPr>
          <p:cNvPr id="1026" name="Picture 2" descr="file folder tabs">
            <a:extLst>
              <a:ext uri="{FF2B5EF4-FFF2-40B4-BE49-F238E27FC236}">
                <a16:creationId xmlns:a16="http://schemas.microsoft.com/office/drawing/2014/main" id="{C7BE153D-4790-FEB7-1C3D-45B3C1DB59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56" y="2003425"/>
            <a:ext cx="65333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B086E9-0637-8B61-017E-4EC93588CDA6}"/>
              </a:ext>
            </a:extLst>
          </p:cNvPr>
          <p:cNvSpPr txBox="1"/>
          <p:nvPr/>
        </p:nvSpPr>
        <p:spPr>
          <a:xfrm>
            <a:off x="990600" y="1200150"/>
            <a:ext cx="10039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Filesystems use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directories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locate files</a:t>
            </a:r>
          </a:p>
        </p:txBody>
      </p:sp>
      <p:pic>
        <p:nvPicPr>
          <p:cNvPr id="102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422F221-3C3B-E062-C8CA-7B25D995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21073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84F8F-8180-1AE1-EA92-70E5912C7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457" y="2210733"/>
            <a:ext cx="793750" cy="79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76250C-39F1-9815-91DA-F3CD7672D812}"/>
              </a:ext>
            </a:extLst>
          </p:cNvPr>
          <p:cNvSpPr txBox="1"/>
          <p:nvPr/>
        </p:nvSpPr>
        <p:spPr>
          <a:xfrm>
            <a:off x="7258050" y="3289300"/>
            <a:ext cx="4229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Also called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directory could be empty or contain one or many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directory can contain other directories!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Directories themselves have names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1D07C-5B6D-2CAD-55B1-FEEE50AEA6E3}"/>
              </a:ext>
            </a:extLst>
          </p:cNvPr>
          <p:cNvSpPr txBox="1"/>
          <p:nvPr/>
        </p:nvSpPr>
        <p:spPr>
          <a:xfrm>
            <a:off x="8226425" y="282131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(Mac/Unix)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AF171-DD6E-0600-2ACD-BC5ED2F3677E}"/>
              </a:ext>
            </a:extLst>
          </p:cNvPr>
          <p:cNvSpPr txBox="1"/>
          <p:nvPr/>
        </p:nvSpPr>
        <p:spPr>
          <a:xfrm>
            <a:off x="9919082" y="282131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(Windows)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B56C-2864-4047-F14E-E679E9FC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E837-491F-727B-FD90-E9E359E4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A file’s exact location is determined by its </a:t>
            </a:r>
            <a:r>
              <a:rPr lang="en-US" b="1" dirty="0"/>
              <a:t>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CB30-F509-5EEC-08F7-EAC47962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762" y="3238500"/>
            <a:ext cx="4483100" cy="18923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A </a:t>
            </a:r>
            <a:r>
              <a:rPr lang="en-US" b="1" dirty="0"/>
              <a:t>path</a:t>
            </a:r>
            <a:r>
              <a:rPr lang="en-US" dirty="0"/>
              <a:t> lists all directories, separated by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/>
              <a:t> (or 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 on Windows) from the </a:t>
            </a:r>
            <a:r>
              <a:rPr lang="en-US" b="1" dirty="0"/>
              <a:t>root directory</a:t>
            </a:r>
            <a:r>
              <a:rPr lang="en-US" dirty="0"/>
              <a:t> to the current file or 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52ED58-215C-E3C1-6126-F6B9FD3C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628775"/>
            <a:ext cx="6261100" cy="485177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FF66C1-857E-F3A3-54F5-6239E3434DFB}"/>
              </a:ext>
            </a:extLst>
          </p:cNvPr>
          <p:cNvSpPr/>
          <p:nvPr/>
        </p:nvSpPr>
        <p:spPr>
          <a:xfrm>
            <a:off x="1352550" y="1822450"/>
            <a:ext cx="3765550" cy="3683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FD9196-1D3D-4BE6-9C45-6D3ADD8FE972}"/>
              </a:ext>
            </a:extLst>
          </p:cNvPr>
          <p:cNvSpPr/>
          <p:nvPr/>
        </p:nvSpPr>
        <p:spPr>
          <a:xfrm>
            <a:off x="6905762" y="3238500"/>
            <a:ext cx="4483099" cy="18923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44E97-11C1-7CFA-3FFE-543EF9108D54}"/>
              </a:ext>
            </a:extLst>
          </p:cNvPr>
          <p:cNvSpPr txBox="1"/>
          <p:nvPr/>
        </p:nvSpPr>
        <p:spPr>
          <a:xfrm>
            <a:off x="7699513" y="5190495"/>
            <a:ext cx="2888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Note: this is the definition of an absolute path</a:t>
            </a:r>
          </a:p>
        </p:txBody>
      </p:sp>
    </p:spTree>
    <p:extLst>
      <p:ext uri="{BB962C8B-B14F-4D97-AF65-F5344CB8AC3E}">
        <p14:creationId xmlns:p14="http://schemas.microsoft.com/office/powerpoint/2010/main" val="355686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492D-9777-1BD7-3438-4AC5BA75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E3CA-FD7E-95EE-CD81-F776CCF4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root directory</a:t>
            </a:r>
            <a:r>
              <a:rPr lang="en-US" dirty="0"/>
              <a:t> is where all other directories and sub-directories exist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1F9DE09-3C6C-8B3B-458C-16CE09805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30CAB-9522-9F40-F3FD-8AAAD275A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C8F1C-FE4A-4677-F895-FDC5E827616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18A12-1750-A706-646B-282F5109041C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B9AFD-786E-5108-B7D6-8063BF4D24C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9CF0F-0076-CEE5-0DD0-9263C467C554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0767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7A50-6445-DF7C-B6C0-746C2DBD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CA6F-1A7E-EBE1-8561-8CDA161C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root directory</a:t>
            </a:r>
            <a:r>
              <a:rPr lang="en-US" dirty="0"/>
              <a:t> contains other </a:t>
            </a:r>
            <a:r>
              <a:rPr lang="en-US" b="1" dirty="0"/>
              <a:t>folders</a:t>
            </a:r>
            <a:r>
              <a:rPr lang="en-US" dirty="0"/>
              <a:t> with files crucial for the operating system to work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1BD4BF-72EA-AD62-D4FA-08510CF1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B72988-6E73-8E9F-62E9-8CD2F4642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3CDAA-E553-128C-EAA7-3363E68FE055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E4E99-62B7-DBC9-A4B4-32CBB9731BF0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872BB-48B6-B9A7-D1F6-FD886C2E3A4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740DD-6AD9-4A3F-3C20-39035BD3A60E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06A2DD0-61DD-84C9-372B-FABDDA15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DBF08E-0BFE-AE2F-43D1-2568DD47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734D6F0-FBDB-B569-0B96-CB568217D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2E7D58-4814-B9DB-5C31-32292A48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C202BC-5053-5BB7-D406-A0A40423E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682BEB-7BAF-13B6-DD5D-D6518A0D228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B029CD-E10C-0ED9-D75B-21F563C691EA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F33F48-1BF2-18E8-E408-32CE1056BD5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2C832D-EA05-2235-A653-882231AE1EE5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F12011-F2A7-4D60-63C4-65E4A397546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CCE67C-923F-D2C1-53A3-AB7456C43B5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DB49E-0787-84A4-15C2-A6F739D54F3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5EF749-51BC-3834-CB1D-E3DECCF3615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841EC5-5FBE-2EDC-E6F1-1D438D0C6C05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B24504-CEF6-5B03-A9B0-110E39854C9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5" name="Picture 4">
            <a:extLst>
              <a:ext uri="{FF2B5EF4-FFF2-40B4-BE49-F238E27FC236}">
                <a16:creationId xmlns:a16="http://schemas.microsoft.com/office/drawing/2014/main" id="{5C26749C-7C20-4620-0E63-D4267F7C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A709BA9B-44E5-3973-91C1-920FF200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F7897F4D-4B90-0397-6BB4-0594A3B78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8833E98C-A4F1-241F-21E0-3D88F9589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AA824CC1-7ED6-17AA-8475-E025278A9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3EE70D3-DE48-4416-51BF-54977421FB57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4A034E0-DFCC-F2FA-646A-D731ED92E7C6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9E1F266-B6A4-945A-36C9-35928EBB3A16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ADAAC51-66AF-5168-4874-DAAAE3709F25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D91E7CB4-583A-3FF8-CB7B-6C45A00ACE73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6CAFB5-94CF-C6E3-38F5-8EB66790729E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5C1D2-0C7A-D5D7-04BB-98936B87599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32EB7-8227-0CEF-37CD-01C70EBCD38B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12BF8-B7DD-274F-22E7-9448E0686E84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DE121-361C-45B0-1593-3CF443EB1EDF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1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A8E0-6278-0DAC-8092-090EF823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6046-38FD-6F2C-E0F4-B5AB8B17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These sub-folders contain their own sub-folders and files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658233-541A-6D30-0959-BDC586B0D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41163-8445-883F-5618-E57F076A1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1DABE-C722-BC16-4DBF-2C1B60677347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96354-E4AA-4022-0DE9-83DBB0BAE63F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85B94-4462-7893-A9DA-D115DCFD3D2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CE779E-B5CF-AD49-B305-C9B5211F4385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D441A7-E961-B135-6E4E-5EA6AA450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9DE2AA1-3D43-523F-634E-C30BF11E3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269B56-4491-E129-5368-B4E12F5A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863CA0-C765-1B2B-28C6-A801811C3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0C4AF1-89A5-96B4-BDF2-E87D0FF30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C6B189-D105-6B8E-7212-84E49D0CEBF3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3414B9-65D9-24FE-7FF2-B6976431BDE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7A9284-A68F-D22D-C511-BF8F236837B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8A8102-D3C1-3337-13D0-2404F880D9CB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0EBAA4-F76C-B5CD-E559-C068BFC5945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458F50-9B48-A7B9-DA8E-48B5FF02A28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3EA92C-98AF-5895-EFC6-DF2D47C8230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5A5B8F-DAB3-D41C-64CA-C6D84C070EF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B60B34-5B24-F53A-8CAB-F1649410CDE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97F07F-D3BC-557F-A6F9-8577C78FF15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BA57AB-40B7-40C1-C23A-36FAE96CAF2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F9DAA9-7EE6-0F0C-07D1-68E5CCDCE98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88EA91-17D1-89AF-D033-687D61D5749B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A1079EE-61BB-569E-5DB7-8253F04C1CD2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FAF35E-23C7-686A-1B47-F53E8904C77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F14F7F-BF50-3D91-AF12-B46538AF390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A79921E-9058-2D5C-E63E-D83714CE86BB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B02427-8651-F2B2-306E-0B1A049C655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D4FA2C-0498-B321-E5DE-C8D5629E04D9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5208709-394C-9D66-93DF-C3B59201E16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AE9F6F4-007D-8584-B5D5-3B68413D8F21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8E1A28-E165-C629-E500-7877FCA8C09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7D0CA4C1-BDA9-52BE-59A4-F60F80824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43C880B-9725-741B-1C3A-C69F7448E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0747DB09-CF73-35C4-E955-F4B0F56B7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E8A569B8-7550-392B-72B1-E6C88073A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9BF14600-6FDD-EC35-EE3C-8CCB2F2E3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006EA84-F455-630A-1649-565F1685E59A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DFC883D-1F9A-51FA-ABA7-A9ED80347E91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D502E88-CC5B-E76A-82D0-4B0E660DE6ED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A471EBF-A1DD-A913-11A6-D8B2E2FC6814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77272FE-2BB9-A637-8487-EAC309EFE532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208681A-68EE-6BC7-24BE-939EE91E7E1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23C61A9-CA9D-8853-B14E-C582920EB67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50CA0F4-F070-D585-148C-894506DA3526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1FA22BDD-D1F2-DF1E-5050-841768CA80A5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C760328-BC23-0291-341B-92E2DDF36959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5AA1A78-3FE9-64B6-FFD7-88722A2D0C4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3A04A0D-1C0B-E863-83D1-175D0ED6837C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EBC9E72-885E-A5A2-66C2-247C7B0C437C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7611C1C-A83D-84B2-AA3F-3FE07B0E5EE0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CD01AAD-6F52-A3C3-5A97-5E6BC6CE386C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4FAE442-AEC1-134B-711C-9D21C07D8F64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EA85733-3E9D-E2B2-FD64-661BE8392060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7BA0C0-C0F0-DAAE-FC85-3A8B81BEB5E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B509C-AD8F-4DE9-908D-401B5C931EA6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F2BA4-9896-FFAF-71F8-8B4AD40765BC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C9019E-8C79-B519-2A69-CB7C6FDC9D03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60625-2875-8C7D-0E68-6F47A55B6C46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7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236D-2D38-641C-CC23-54551D3D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0286-C778-D48E-27EA-12BEACAC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These sub-folders contain their own sub-folders and files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C78FC71-BB4B-0965-783B-C434AAAE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78485-6E8C-CD6B-B52D-3C538B18B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2DDA78-5082-D63F-97A1-FDF65738808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63749-5D05-4546-91EE-58BEEC8A5097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D189D-8E02-6119-B328-9BC5243A01A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49FE0-50F6-2ABE-CF75-7971DC207450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FB480D-A10C-2F61-C6ED-0F9F82DBC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5CDF468-6095-A757-7236-407B1ADED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8EFA6F-9C07-992F-E220-2E7754E2B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30435B-40E9-C243-F7F2-BE5EE8543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3D0BDBB-D690-C095-42F0-F36784575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1171E-358F-DF18-A226-3F79127305ED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41DA5-602C-851E-3102-A4F8F7D4641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849257-FD77-928D-2C70-8255F208F64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48519B-FD89-4D45-3F92-CF9AFB04ADB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F9D8C9-E3F0-233F-13E3-A912E3CA7B2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74CE0C8-9D74-CF08-90D4-2E74850D3BE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0F68D7-AAD5-F14B-2431-3944F7A35DD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E7B02-8C91-75F4-DB7A-25567DBF76D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714363-A443-30A0-6E82-AABCCF5EF47C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1943FE-BC88-7AE5-6E32-B6B04201D118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B2C262-A70E-F422-67FE-D92AC01E974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8CC58D-1AF7-40B6-1C8F-BA1B2F5E60E8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569E4-0C2F-65CE-F0FC-E9F5E99FB85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F7F4C5-1349-1AAD-543A-9248A014FD4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ABBA0EE-F60F-A486-CB78-B61146FD455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B60199E-A803-667B-59A9-C49EFD677C3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18F49D-7D58-A338-A3B1-7F028BD6A9A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9CB1E4-195A-139D-72BD-AAA79205CE6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A068DBA-D08D-5993-21F4-0CB687EC83E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34BC42-D1ED-7A63-13E0-E894CA336F6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F7D576-53B5-B285-6618-24257C6A9DF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7A288FF-5491-CADD-F41E-E24FD1AB441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FE7E5726-E74A-3A44-04D0-62EC7F03F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85ECBA8D-65D1-43C2-9C1A-D84C38DC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E592395A-1E8D-FED8-7736-23C10E11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6D1AE51C-5DD5-7B0B-7D32-6E96B179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D2F1352C-E034-8662-9BF6-161E5C0AE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DFD9453-1038-42D1-9747-F14753CD9FBB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558DEA-1CD5-A86E-DBD1-CD965C7A2720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5BA36C4-73AB-8D10-1906-F320B524BE6C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A5097A79-DF27-508C-1651-3737554FFA30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384212B-D070-A09C-893F-FCC3E294082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8200DA6-FBA8-1A98-37F6-F04E9214881C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CD2B5226-3416-1002-BF5E-EAF40876C94A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4466AE4-4257-A272-5DF7-8C460DAD926F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66C2C5A-3B6D-A8CA-F06E-2F786C29DCB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F9892E8-E349-D3E6-BE7A-CE573AE42BBA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F950552-3C82-0139-9DDA-0D1C5F59FD1C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A09980D-8664-2284-30F5-6CD7231D57ED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2396B2-9F3D-6D38-6584-1F063A275145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F3A15B5-0E47-03FB-738C-80147EF8698A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2673C25-D246-22A6-03C4-714932499E1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8484960-19D0-12E7-4236-AE86F9469E56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FE239DA-E8BD-1B78-4A37-2468D44A936F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EF1008-3D8E-F5B0-E89F-A56CF0C038A7}"/>
              </a:ext>
            </a:extLst>
          </p:cNvPr>
          <p:cNvSpPr txBox="1"/>
          <p:nvPr/>
        </p:nvSpPr>
        <p:spPr>
          <a:xfrm>
            <a:off x="0" y="4919492"/>
            <a:ext cx="12191999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Most users won’t need to worry about these folders or files, or even have </a:t>
            </a:r>
            <a:r>
              <a:rPr lang="en-US" sz="2400" b="1" dirty="0"/>
              <a:t>permission</a:t>
            </a:r>
            <a:r>
              <a:rPr lang="en-US" sz="2400" dirty="0"/>
              <a:t> to change their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66DCAA-FA14-50D6-D2BF-56765C4DEBB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93BBD-D5FB-CBBB-62DA-9C30E66A58F3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AE49C-AE17-534C-CE61-0C512410FBE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C1995B-B60E-262E-72ED-D1FD544AF971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B10F11-9F24-31C9-A962-A41E49048A9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1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9C93-574B-9D35-BCCC-127FBDCD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1AFD-0150-CB94-CB9F-B9E97981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operating system has a special folder for user data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582A8D-B8BE-2054-A7C8-4B80AA9B5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F97FD-9D31-5FCB-AFA6-C325FBF36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00A5A-926F-1093-E0AB-6DE03BD1B2B6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CE962-CEC5-CE3C-9E67-C06653DBBE1A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CE41A-128D-247A-FE18-8A51455BDA2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71748-0E3F-DC0A-D2F7-852DD72BA3E1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7A2289-D700-6DC2-D7DB-A676E0FF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06974C-1D74-4A41-06C9-E299E4C56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2DD294-BEED-EE4E-8F08-39F6ED1B0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F7398E-0D19-6F45-7A96-5936DDC4D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123857-28BD-5906-6C90-7386CA630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71D3DD-7BC1-C7DB-1420-4427AF01B0FB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4156A2-D624-2B1A-B44D-6361A61292B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F6BD3A-C49E-2D4D-9CFE-FC43C0A95FD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DF5727-6C5F-BCA2-5B2E-B6CD00D6B55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A01658-D9F3-44A6-CB5C-0CC4E08912B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98A915-EF64-C9FF-22BD-EB52E91E6F2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473B4-C3DC-8CE2-6A73-25D7737EA696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A50C54-6270-0535-3B94-64B5064FC5F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F70BC-6781-A963-C17F-0FB8932ECE6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0A434-6E75-291B-67C1-9259E6DE329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323766-EFFC-EAF5-B6A3-35CEA717403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0CD0027-6778-8767-ACFB-CF7A46966DF6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7B7016-0259-9955-9C65-CBEDC9CC52B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32A432-4135-D847-EB83-684351F77C5D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0B9BCE-64E0-3F28-9CDD-B7430A22BFA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CEBBCA-9E30-8A6D-4506-DE3996CA8983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DC688F-8B72-6222-5E17-23CB0191268E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9AB0A4-CF68-1CD0-BDCD-4C7C0AB7B83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67B1EA-C0B9-A88D-819B-F4AE7176F37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4EC7BB-BC25-8594-12BB-89BFDF56ED1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368C0B-AF44-FB90-EA16-6F046C4932C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F77B20-7BE2-18AA-F118-2AE97187E588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D87C7DD4-DBE2-DFF8-BC96-A1967749F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F58C13AF-BF0C-EF6A-7616-EC9D34FAF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B19E8BB0-5CC2-0C36-19E3-34A13E01A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937A3092-7A98-93C0-B794-487BBE8E0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99610220-2A91-2C64-9D81-2BA8B01C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7706D085-ACAD-1337-2241-B65BFEFD972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4CEA02E-0FCD-F942-5DFA-D17C6C322BBC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3E5C513-0636-75E5-B29B-D5DBA4EE7716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CC600514-9646-8AAD-C5D0-5B37BF768017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1D63DD9-46CF-51CD-2EFA-A009D0D04B7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D04E1FB-6646-1F65-DE8B-85C26B1FD47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B3A5A9A-C975-ADF7-9055-CC98F006F680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3759169-B9F5-8EBD-82B4-0B0E5510C015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3CA4EF2-DE0E-6128-6019-14362EF83F72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EDBA9CB-41E5-132D-2B99-024C618EE971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FF60123-4B7A-73A1-422D-1B34E10808C4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FEDAA53-52B2-B272-3436-13EFAF8620CD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94FF44A-5B20-F226-12F1-2868E62875D2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CE4B5A1-083F-3B74-30D9-AC2E2FD4943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3499D20-1FBC-9106-8211-B0C93223C0D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B0153E2-6B7B-09E9-9A52-E0E98188412C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0DDE193-7B38-0AEC-5CEF-38928FD4BD0C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BAA9A2-8A35-BC80-9C1E-07C1E7B03CD6}"/>
              </a:ext>
            </a:extLst>
          </p:cNvPr>
          <p:cNvSpPr/>
          <p:nvPr/>
        </p:nvSpPr>
        <p:spPr>
          <a:xfrm>
            <a:off x="1739486" y="2914027"/>
            <a:ext cx="935505" cy="710440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0293B2-C317-D97C-48F3-EEBFDCC9AD12}"/>
              </a:ext>
            </a:extLst>
          </p:cNvPr>
          <p:cNvSpPr/>
          <p:nvPr/>
        </p:nvSpPr>
        <p:spPr>
          <a:xfrm>
            <a:off x="7994704" y="2911703"/>
            <a:ext cx="935505" cy="710440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BD4B75-A964-A941-445D-23FAB446772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53889-6664-5C23-773B-8AB6B8A385D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4984F-0F6E-86FF-D429-73F71D46DCED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36C33E-6B70-9AFF-DFEB-02FCAD361A7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A2ABC8-3E53-2D01-3CFB-8B363F3D7B17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92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AC12-8DD9-1FD7-38C2-E425B6F9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C2EF-B0F6-7A72-A40B-E72D8D80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person that uses the computer (a user) gets their own folder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56C934-CB49-D3A3-9797-FD134BBA7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EC335A-E913-E8C6-C745-B40B1887E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73F1A1-DF3D-F540-270A-272A03A48DE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F463E-B9D4-FC75-68DE-4F059584531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0A973-5669-78F3-566C-21511B558C8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3A1D6-82D5-309C-C779-AFC54E975F6B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E6FC0C7-2089-1C7B-07C3-AA6503339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0021B0-C563-9A23-48D3-4617B361D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9551A2D-5E1D-F2BE-5E03-F4057D6B1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6023D9-0E91-4B2F-1B0D-C06544255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74E04FD-5B94-D2D6-DDC0-F6CFD4FED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0E0744-3684-9F7A-E682-0C5AD890575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C7379D-31CA-79C9-78F9-14A505919CA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CE0899-FB97-1A7B-B30E-0F40C9D8452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0FDD7B-9BC5-CED4-CF2C-AE55885536F7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8CFE34-9F99-BF89-BB4A-ECEEBF1E8CE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8F4A5D-0BB4-7F22-7C56-94CBFD0EEBC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91AE96-4E9D-CD10-B237-C392129501B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CA47B-5DD3-6C47-9D01-C24E106A1C6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7902B1-CCF9-6052-1789-55DCBCA86A9B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B4B33-CE23-227F-2935-523EF769D38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281269-C2DE-F70F-3BB6-9A060CBBD75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FC653D-EF27-2662-5DE1-C6FD1757A48E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E7D4A8-4DB6-B42F-90CF-CBE618209005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53DB5A-9EE5-2D28-4901-57E24C6D7A07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CE1AE8-4057-12B0-783D-1A3A92F18E5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BAF9C35-58CB-554C-842B-7A17183D93C1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45853E-1ADA-C251-9AA7-19A0C2B1216C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6ACDCB1-5602-E2CD-6615-3FE7BF2B1E7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47E14F0-728F-9B2B-3EED-99294855E6B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BE8454-F390-6CFA-E978-AAD0BD6ADE3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40B5673-C151-166C-E9B6-9D8A19A5CDE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0FFD92-DF5F-0064-B17C-BE62D40DF1A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A64C7B5-B626-804B-9100-1D145C2BA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010DC1F-6461-070E-7405-8DC986C182A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7EB41D-A0C2-2B52-A076-E54489F2D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9B9D983-0C95-2092-4311-C92985103BB9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C10E3A-9BFB-0073-5544-C82309C57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75A2F6A-EFC2-5397-1110-65E49CB76632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6224159-1021-0C63-4B7C-AD9742AA0813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9BE8637-CBDD-73CB-02D5-74B3BEE7D9C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6C29DD-B803-6E1C-D450-FF6EE0A5E46F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C882EDA4-17E9-34CE-8757-3B87EEFE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E463DD0-177F-BE7B-DBFA-5817030E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6D72D409-1A66-7F3D-F989-26D1A973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A038476C-926B-C5E0-B262-E1E584DE8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4F99BB5C-2048-8A8F-7B81-27CD09BDA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02CD691-9581-B8F3-F6F6-BA9D2DC9AD6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6BAC8D2-AEE4-C81B-FF47-CB4D2810F3E2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9A5F028-62AA-B6CC-4B38-2148670C115A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0D51AF7-5814-6828-D67D-7FC47629996B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3F6F9D0-4A40-D4D6-EB85-DF65DE55AEA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CF6DF27-477F-9A9A-1152-06D61B797CB4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2EA25B5-5150-7EEB-E5FA-BDB2E86E63C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742F8A7-1EB3-69D6-74E7-449D59547FA8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C145DAFB-9AD6-F1B6-449B-F28729AA3469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D224F394-B019-8552-C62C-190A4BAF7D77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11751A1-B0FB-DE25-385B-8E9F6BCD571E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950241B-33FB-6F81-24AC-E0C7A36F8455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DD2EDCE-CF5E-8495-5B1F-FEF8185365EC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1547676-A406-6CD4-C21B-F74F5181581D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7AB5B4B-92A6-23AC-6930-EB22330BDA69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7648AFD0-3F59-6748-DE3B-EFB0F8099E16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DF7962A-CE27-4328-61C3-7D67BDFEB12A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2F1DD4A7-8DA6-2B40-90DF-BB63DD128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1D25149A-F9B0-13F9-459B-27541E0A6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5D2BA73C-3DB8-C70E-8096-99EB12E1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F0EDFD8-FC50-4446-8ECE-7DBCC5BADFF2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433B7379-538E-2764-6F2A-3834FB8F9192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11B9A7E-2EB7-7B40-D011-0C12D11BA788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5199342-6025-42E6-EA22-DC695BF2A13A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03995-A9AC-3E08-93AD-132B6D5E6067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6A08D-9769-7FA6-92CB-A096355D15CF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782C82-A79F-3BD7-4601-024CAC82D42C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1CA52E-F26D-D5BF-69F8-8ECA02051D94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C1111E-F734-80F2-4AC7-FD43533E65D7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7CB0A-D08A-1D4C-66E0-A6C1F9D97C16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729AC-4786-9DBF-3D52-7847E36F6926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48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731B-CE62-2B6C-D77A-23353B78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875F-4863-F6BA-1DD0-1D2C8C48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Each person that uses the computer (a user) gets their own folder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3BB377C-ACE3-2F22-3CF0-86B7ED277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CC388-5EC4-6EAC-752F-3572832D6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DD1B75-0D9D-87A2-E298-E238F9A21CA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510E0-AF05-F72C-379E-D3B987FA761C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0AFA7-F8A3-CF59-4398-2E8B59FBEF9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419B8-D0E6-7489-A3DD-A44F8C827B29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8BA321-5973-3151-C11D-A8138091E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A229E39-15D5-E327-6C92-DA227BF03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486224E-FB38-626F-8107-5B2986FE9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EDD84F-CAC9-0A93-8FDB-FA5DE711F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2627DA-0EC9-024A-FD92-C9A4AE37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89B238-CE15-46DB-A50F-99149627E14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24DB61-6094-9F68-E1DE-0C03AA342D6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8A398E-540F-F05B-DD4E-78FF75BCE7E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418DD5-1B4B-944C-4B1C-898D5DB1E01F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485319-687F-9E69-A05E-70711F96BBB4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F21BC0-52A5-196F-1E4C-F3E28EB9E27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150F7A-E3B8-CAFF-1E9B-B504F7DD632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1F1410-94AE-D51D-135A-AD0B5EE4EC7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47080-A3C3-07C3-49A8-73EBF5315614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89C2D-B6B2-BCE5-C452-BBD3FB374ED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BB3741-B56C-1D46-6F4E-FAB9C9905831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7DFC8B-F5BA-3675-5BA3-CBCD0C2E1431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CE2417-2E74-0720-13C7-BD24B8D78CF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8E5E33-DE70-8F50-1C01-B85D665917C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B3360A-A071-EB98-BDDD-06A4604F5B4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1215A1-8B3C-33E5-132B-218D6CCCF333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ED899-E34F-297E-F1CC-053A6DC9E54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F43191-453F-BB9A-5075-5D0B5BDE64C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100AE9-4FF4-A583-2FFC-A88CC8982EF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CF62A7-BBA3-A306-6B3C-052D03CA6C2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5B3652A-2820-09FF-DE77-4B3412FE4687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BA5E1FF-15CA-0C8B-9EB6-56F737F3580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FF2C82-9E9F-B233-9ED1-9CC4BC7D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97543AE-E501-ADB3-0FDF-629E8C6CD917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54CD502-1D32-F5AF-DA11-ED063D18C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6D778B4-B12A-7B4E-8968-9823D7104E1A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EF8CF0-E209-6236-99E8-530824A65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FAE83A5-8FD6-56E6-B635-93CFF601438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1CE86A8-FA02-023E-A99B-B7BC1A6CF32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7C21752-54D5-0FB3-4893-4C477FC14AE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6B2F165-5FAC-10F6-D09A-6A445D5BB30E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5" name="Picture 4">
            <a:extLst>
              <a:ext uri="{FF2B5EF4-FFF2-40B4-BE49-F238E27FC236}">
                <a16:creationId xmlns:a16="http://schemas.microsoft.com/office/drawing/2014/main" id="{91CB05B9-D50D-DC26-DDB8-D89C5DDDE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61EE288F-2314-E5C2-5B62-CB72D627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2F38A6AE-F873-C19E-E6E7-E712C8B48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A6D135D0-C13E-513F-1C39-091A619B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7A9726FC-21A5-7C4A-02F4-E6CA2253C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5CE8C87-B030-2284-2856-F252518828AC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82DA289F-5F79-8DDC-5141-633C766399A3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BFF0ECF-0418-F64E-FD56-D820991210F3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9EB0CF7-9C90-699E-C86A-57E93FED5725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A7787C9-7757-05D6-4B57-C51FB88B249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6279506-324B-4B3E-AB3F-D379297C4EE7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8E04223-1478-F7AE-4247-5F524D4205F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46A8CA6-263C-4137-CEE9-43748F408487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994B4A5-5AAD-935D-D564-45B4D4E8E4E0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1F050FB-9760-99AE-E3D0-A0899021CA3C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ECC91FB-B601-0A64-5FBF-1E97B15599E6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40731D4-13F0-7267-B7AC-D3A23A023406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448E6AD-F104-95D1-B4A7-5D5187A93801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7D485CD-0487-DA15-1982-9D1E62A2C50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7A785B6-0226-8369-0454-0B16318C3E5F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6A785A1E-8386-14B5-66B5-3CA9B37618E1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CEC3D4B-F1DF-82EF-41A4-7BBE5CC0F1FB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0417E9F2-28DB-6E95-C256-1C67B19CA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9DF6AF9D-622E-96FE-7891-F559CAE0B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1190D17E-BFBA-A8E9-6168-C2279BF4D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97ACF39-5D55-1E26-FD77-D0848A2651B7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D5F855A6-B60E-B904-1EA7-1E113CCD44EC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2650563-5FE8-74D7-4246-24086628AE61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2A032A-AF37-68E1-3CB0-E206B867240A}"/>
              </a:ext>
            </a:extLst>
          </p:cNvPr>
          <p:cNvSpPr txBox="1"/>
          <p:nvPr/>
        </p:nvSpPr>
        <p:spPr>
          <a:xfrm>
            <a:off x="1" y="5191983"/>
            <a:ext cx="12191999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should have </a:t>
            </a:r>
            <a:r>
              <a:rPr lang="en-US" sz="2400" b="1" dirty="0"/>
              <a:t>permission</a:t>
            </a:r>
            <a:r>
              <a:rPr lang="en-US" sz="2400" dirty="0"/>
              <a:t> to fully manipulate all the files in their user folder, but not in other users’ folders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4657A-1D2B-F75E-E9C8-7F5E6A959CAA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82143F-5FF3-EACC-E044-C1B588707568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C99FD-178B-BA9E-76F5-DC15F3DF9AD0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05B374-B7E4-FC02-6644-7D2C5D9629C5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E917C9-69F0-91EC-23F9-6FE1F863E01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95A1FA-EE90-1472-E7AD-C25124C8EFB9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D9710-0C26-DEBD-8DE3-24B1A33A3732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250FD-7A42-05F4-80DB-A63B6A06E6D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1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21EB-1D8D-CF31-AB6B-6651934A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A8B3-9A11-597B-816F-52DB692D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A particular user’s folder is populated with standard sub-folders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2151CF-9C6F-1761-1869-76693BA5C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FE8B0-21A7-B8D1-7DF5-E25F0B9BD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C005D-B55D-1D0A-6E9C-F22F60F9834A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C5DCE-DF6F-699B-90C3-1358A877872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E7D13-9624-F1A9-BAE1-866B13C44129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7667C-0995-107E-0EFD-BA2E9691B41F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6F61B7-9F6D-B516-F17B-F4C1B40C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782F14-F7DC-6823-16D4-86975C8D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84DDE92-27D5-DFF0-5AF2-B3F37D8A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E6D529-8834-94BA-65E1-B8E567AF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ECD5D7D-2FA9-D551-7E2E-CB804664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F7E8F-0203-074A-6C3A-1359A480C9A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A815A4-A9E0-3C16-0EA0-7E7CA53E918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845822-04F6-5422-6C5D-ACFCCACC574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4DDCD2-67AC-E151-2689-8DD54EFC0B5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7E2040-ED21-8EB2-406E-66E98A335F8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7B891E-2014-4CB1-FBD6-3EDDC44ED0D5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D623B-609E-4271-4581-31D843738096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7D274-0659-9A23-4E13-985959D768F5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08D7B-DA04-632C-7FD8-42148847CF6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992D18-510F-D7D8-4190-82F3A84795E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BA1DFD-E039-2326-6D54-6CA5413EB84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B06E13-3E9C-2987-A805-375D9B4CE56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1F391-C281-20B5-1F4A-C4F4C207F0E1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A1B2E2A-C7C5-67E9-004B-F155438F701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018851-866C-5EA3-DC91-D54DD49C698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FB0DA39-ABD9-B56B-C069-67DF164F5B8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31925B-FE1A-4BFD-DD9E-5D688CD5965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7494E24-ABB7-D73C-AFEB-468E00BBB9FD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C222694-88C5-164D-4D92-6F6DCDFBB7B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67D795-549F-8737-625E-4E6767EDE61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08FE15-8BFB-9FBD-7536-20CBF40D69A3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BD0C3D-C801-72F5-CB34-44CA31F28DE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789535-6AB3-4113-9E79-9DC07442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92FC8B5-B0EE-0482-31EC-D6683553874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DCCD45-006E-420D-1E8D-FFCDBA40A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56D356A-A1C6-D309-8D61-F0285C6477B5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E5C1377-5EE8-7436-F295-C2CD7A267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979AA63-0AC3-E035-0F0E-DE3B9A57E20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FEACE79-D091-9353-27A0-F2B1C7AA5AE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7BD7DE-8AEA-EA55-F7D5-09DE189F2DE1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0F631C-9817-B659-F6D4-991D373C231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1BAAAF-763A-8A34-CD3C-B6DC9C057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9B8F71-8F78-373D-0341-7C6AFA76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A85730A-0C3C-7024-1EA8-7D4FB04C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B31FEF-AF3D-25A8-2C1F-FC484C877F8F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0A4FAF-7146-DAC3-7475-4B6B6782E35B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0039375-2C59-8200-1916-FBB0CAEBCB8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F34231C-696D-150E-7A78-94B770A113C3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3119F1-5BA5-F105-6AD5-948B6A6D8A02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29644E-35CB-AA4D-F136-7D837BA5631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5" name="Picture 4">
            <a:extLst>
              <a:ext uri="{FF2B5EF4-FFF2-40B4-BE49-F238E27FC236}">
                <a16:creationId xmlns:a16="http://schemas.microsoft.com/office/drawing/2014/main" id="{53E77722-A731-659C-10F6-D7911498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DCF3892F-229F-C017-0B98-1BEB4A00C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33788A10-B728-9B89-3677-8B24C334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128EAD84-2E7A-184D-3A64-34BF630C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8EE18FAC-8481-D216-5601-10219D84B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9544A1B-9A34-7524-740F-C1961E8F86D5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D43205C-A2A1-E782-4E5D-7B65D034A737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80D6076-3E77-D5B7-8184-9809037B2CE2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49C9AF5-ECA8-B135-6FF8-99ADE7C12427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EF1D4C8-97A9-7E3B-F464-5CC34D7AA5C1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0D2FA2A-58B6-9F32-B011-2A5762AC0083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5ED2004-A995-21EC-4836-69ECA6AC722A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5E1610C-7F40-22BA-4713-E11F4D6020A9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B5AF56F-F95D-BFCC-5344-5D88054267E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19D0EBB-0182-E5CD-4C0A-9B538D86D44B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77A56F7-3A1F-D5FC-0178-84E32B6AFBA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BD4CC94-2AC0-D43E-01D6-9A388BA3EC18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6168165-1CE9-AE2C-8ED3-14791DA86060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C15644C-8D5C-8409-E8CD-F5EE8A966DBB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178C801-8594-04A7-546C-9242A794BE91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3B1ADC2-CA96-BF92-A699-3990DD295CE7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91FA1C7-D36F-0A5C-7132-81DB8844D9B8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467C111B-75B5-D4AB-DB1F-39B75ECCE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B430632D-B819-21CD-A2EB-1D95EF553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EA755E41-9ED6-226B-8FF0-534BFB5D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FF40F02-C2FC-189D-8FEC-BDCE3F0D7EC9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57FFB7D-8699-8740-3F8C-3DA62C37CCEA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F6FBDAE-4309-0160-522D-A49E4286544B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92D7F64A-C39B-665E-0F0C-64AD172BC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7F17AA5D-3705-6E63-BF20-0401E3CF6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08619900-28E5-D1A8-2EB6-F73F30F78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6E48C6C-0FFB-9A2B-A403-91B9E44EACC2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455F6ED-B4B0-0887-EE34-A0CE5451BF74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026E350-1C28-33A2-30F8-9D9490BABD62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E406B0-652A-5B8C-EF0F-A476AAB836AE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1013D-ECB1-4871-B1BD-A71756D44919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C07CC-56E1-06A7-A7B7-0B024B742FB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21223-DC87-F0F6-DA0D-2F511F94DFEE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57B30-2310-428A-79A6-1119177F1EBF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922B2-0832-E6CA-E1B3-8535305BD7A1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8749B-E316-B03C-844D-C379C9390875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9040A-9C12-CD3A-29D8-C2161189DD99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197775-2B57-8DEE-344C-A5D6D37219CA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F40CCC-C91F-551F-5630-6C2E3CB4B877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8E83B-2465-3BAC-681B-69C0E393798D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34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BCF9-2517-E88D-8DF5-ED6CDD12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EEA0-768A-9D72-0BED-66C8C9EF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The user is free to create, delete, and modify folders and files in their user directory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EDFB1D-59E8-D950-4850-04D7465A4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962D44-21C3-0019-556F-220C88C29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972C0-C3EB-F0D2-7B54-4DA8F4C2AE76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E551E-CF95-083C-056E-6FD5450C6FE7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308C1-8C63-557A-545C-EA683D55E94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DE95F3-D799-1109-3DB8-857EA2BBEE0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907125-1CB7-1D3F-8509-2D6ED942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1528C97-705E-26C0-3AA1-F59F38EF0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6D996B1-7F27-7293-870A-AB1193841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000669-B0FB-2CA6-A367-A8445985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D0E4D6B-8672-44D0-1F90-005DB800D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091119-1044-4AF5-AFB2-EEA4F2513B5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D983B6-91AF-2C91-191B-713CF940C86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D0A858-136B-BDED-EB67-2004D17A9B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A3251A-847D-6FC8-F834-D9CDEB6E5FD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8A19B4-2868-E84C-4AA9-2A280F6F738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8BE595-5244-A1CD-8369-3B5E45647F3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B93064-1BF3-4347-54EA-8A323BF9FB0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C5A8EF-4134-99F0-C221-2A02DF55F58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7C2772-B6A2-E59D-6717-DB65721F1609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B5E0DF-AFE9-2AF7-513A-C62E322B797E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1FF22A9-8BA4-95E2-B575-780D3E6A625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0ED1BC-C233-22B0-C2A9-B2A13DB9B76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90C980C-5868-0AB1-2A84-4100646B72B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2C91FE-F51A-F831-6951-FDA0115E91D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A4C395-F39D-40D6-2256-68D9E1E5FAA9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D93A1E1-4643-26C6-C158-B01AC6AA9455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A0E56A-099B-40BB-03A9-10A5E329F03F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EEFE5F3-43EA-686E-CBC4-E82B160B84D0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E5A679-D686-8D18-1E7D-A406B75B6970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FB432A-74ED-0E00-0A0F-EDC242C8C18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541C9E-2D93-935A-F86F-D5E36FC65B21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0E654E-742F-36DE-0B43-6345A57A94B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FB48812-F7A9-2484-B1F2-C2A2A932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1144D57-8CD1-3A3D-09A0-EB25F041B343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2F3FA3-C514-1E71-79E2-E5661AA71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15B977E-EF9B-8251-89ED-00E1FEF3D2C6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3066F8-C90F-99D8-C3B4-5A676C4FF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B3EDC0A-7629-319E-E7E2-82636B83D16E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79EE144-B1AE-38E6-A445-2E082DB8907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13A261-C0A1-ABBB-FA7F-CF263D6DF7F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E3DC81-C612-87B7-4B2C-B352B13CD8C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903AC25-8C78-0138-FEF4-1009D16CB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0CFFAD-E6A4-6FBD-EBFC-1E6A2F792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5B9BFD-2376-CA02-6A18-67BCE8B84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BFE645-49CF-367F-6E7D-E392231F700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0E08382-003B-F0A4-CBD7-ADA2905634FB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63ED5D7-DCEC-A05B-DAD5-9285E8D2CEEA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3850F95-818B-AD10-E170-0F814185D57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BAF19C-3083-7B58-D6DF-01F8B5F29FF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F31A17-37FE-23C9-70C4-F74F2898B54F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BC514C9-839A-81A8-9A73-E429E429192B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6C42939-AF84-887B-2C1A-44D599AB6B8B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0D2A523-A9F0-6F2E-5B62-5F26F6FE15DB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DC78667-AB0E-8A1E-E88B-E78CC372638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A8B030-321B-E51A-6017-AA0F171B323E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7F44AED-6A76-163F-7DEE-6ED5F83523F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2C226C5-22A4-ACD5-F07E-9727FEFD642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C34739B-341D-5A56-9844-3823F22F5173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AEBEC39-04C6-44D2-30A4-22BCA90E483D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8B1E33C3-3727-9193-7C68-24776154E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332BF55-D81A-7D9F-EC3E-05EDE81F2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929376-D4C5-DC49-A5B3-3EA3F64D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05A4E4-4F4F-A778-D61F-DEC200EDE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A340993-F8C7-A0DB-8BF8-8781FA1691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0B228D1-CEE1-E37C-9008-A7A2C342B9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2241B72-738A-442C-DF9F-8D1254D7F5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A29A070-530F-4140-E228-8D954BCA25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2BE331F9-A89A-34C2-020E-4B562F67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34BFCF4-0AEE-3190-6B2F-3A70B0A6F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50022A29-11B3-9E9B-77F1-55E744609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93B4FFFC-3FB5-7428-36FC-751C2C95E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5083054C-3DA7-851D-C2E1-018779EC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5111A9A-B603-16AA-6CBE-ECCDB53ABFC9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88B02C0-085B-AFCD-AB19-0F9FA8E8E871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A75D874-311B-0273-0ED0-04123AA6AED3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502EE6C-2149-4B9B-1D6D-32B3D97A19D4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72A780E-6E66-F6ED-AC02-002469DDD584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D19AFA-3BE2-134F-019C-AE8D8ED5030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1736954-22C8-39F7-68C8-93E351D8DE27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91C9B23-93BB-6E74-A15C-E740A9CA2F2A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6E7D017-E551-1F6C-3DF9-8F4BA900A99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562EFD4-4498-808A-C7AC-E3EEA950239A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9E1BA46-9310-680E-DB65-43D1E06B954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4E441C8-9620-06DE-E326-F5080E068DB0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9349281-DE5E-9F6C-31A5-D52697C77D0E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20E8DFB-9C85-CB0F-D744-6998E0A832FE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3C6D4E3-D48B-7CEC-817E-6E19E5CBDEFD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DF295F8-CFEB-B53C-A7F5-E4A6E31B28FA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DA2385A-7F9D-73D1-417F-31C72E1989DD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F17370DD-173C-5E21-9942-671721BAD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D1D1D397-FEC6-5B48-2203-B9C10AFD1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84FFA096-B8F9-60F5-28E4-54AFFF0E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C3A91F-8900-E234-5A77-CDC1BF65607C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364AA8E-9D10-C9EF-CE0E-F395BAFF445E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D5FF1F4-7DB3-BAB0-61AD-370F4000D4E9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68BC47B3-FE57-46C5-D64C-68DC7C50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B87F55F7-2677-AA03-7ADC-08EA52C8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AEF24A6-288F-BFA6-9872-43AE4A7ED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EE36EF1-DF4B-1D47-4D23-0FB7CE54DB54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390F91E-42B6-D269-B9CA-C0C8BCDE9A97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7691739-26E9-7678-284F-A3829E0B98F7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3D19A0B-C424-B644-E4AA-E1F8400ABB91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A09D6E2-2EE6-8EDF-F677-ED12C010835C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17388C7-6DFA-24F4-AF77-DE5E73016141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C7D5730-0484-11A1-A9E6-D21F55746729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414B049-86FE-F436-ECD3-D459FB67CC9B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448C584-48E5-18BE-FAA3-B9FF48EBF417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AC550DA-2B16-0AFD-9A03-3C128E8C9390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2D090B3-394F-BC98-FC0F-7E2AA448CE90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6530EAD-0248-8732-41D2-636D14D98021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503CC80B-CC60-E431-1B32-63ECB14D4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85419C19-70FD-E81F-E95E-31A0FB032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D3418EFE-3BB6-38F5-1216-2C0254EE2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5C3AE132-397D-FE30-70BB-1558E1352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4F05DE5D-3084-F770-15A6-D0349E695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1BF96ED1-64AB-3BC6-CA60-B41EF3B07C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99F17FC2-FF61-6446-4FB1-65901FB427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8C4266B8-DBE0-EFB3-992A-EA69349450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73F44485-C30D-4A11-F60C-42DDACABA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57AED00-E23E-A0C6-4164-2DD4248EB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FB8B9-1CA5-3EAB-27DB-ACDD1B9E773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790FB-9A15-3FAE-71C5-E1716A4A59FC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432217-1EF3-9EC9-38E6-47D7D3E5F94A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98673-02D2-1456-9687-B32923521FCC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703499-DA82-F8F8-9688-67FCC88BACA0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95371D-EB83-A031-D956-05314ED24E2B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698C18-129F-D9B9-E04D-88EA953254E7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98685-8BFD-3DA4-0293-BBA44441344A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2382A-0150-AE29-460F-0F0C802C16F4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7B672B-BA5D-67C1-7586-C27D07937E18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3077F6-5A34-6E19-8E87-14B34AA2BD2B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66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438-7469-62F9-4F78-2E332E99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4656-C6F3-572B-03A3-6B2CE311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Other users can do the same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F35749-E640-85DC-55E0-1C6A2E8D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594B7-4F61-DC2E-670F-FB2D5F77D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AC3AB2-F250-5205-143D-1AEB1D877E3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E77D7-BCD2-E1FE-7CF6-2588CC909435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21FEAE-3130-4F58-E728-063D7F02CA70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36AA5F-7A04-8C71-56E5-FC7A8ADE661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F2CE5F-AC13-B811-792B-B5EF3A8E8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7C05FF-AE4B-C3F1-3B7F-DF4A55E1B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E04088-E851-6729-90D8-7F6F49B76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E0CD79-6698-DAC9-2D65-A7AF26C21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91B57B-6A18-8819-0B3A-249EE129D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119BD-F84E-8D3C-5CBC-4E41FB578AC7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12CB3-9C55-24DB-5459-F7A552D37F1F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73E4E0-4827-6E54-0F98-F36F68ADB616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664D66-A3AE-7E7A-1785-DA0B23D23509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49FF24-01ED-1F03-74A9-066EF9258A8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99571F5-5973-13D3-96FD-F1FAF25A3CB8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D754F-2BAB-7636-D1C5-39F9F7A95C4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1332B2-3C73-9F9D-28C0-93AF6CA601C3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8670B1-F8F4-7D8E-93FD-43F1AE29F76D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EB670A-E3C1-51A1-29F1-2D9EEC576AA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3CD393-8F51-7CFB-1107-70B28725CAC1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D0CF72-3C48-50FC-EE00-15F386C85BF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11976C-F213-5912-2541-AE3A2027841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3BDC1C-4618-3370-C356-32C44BDB4DE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A8E442-DC39-94DA-9E87-8C158E84FDC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453D40-EFCC-A9A7-C0BA-5BB54B89C3C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70EEFA-365A-B234-FB01-E99D3B29801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739E62-B065-C76A-8284-0B22ECF0BA3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F27EB1-586C-D2CE-EDEA-427084EBE500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6AA405-E0EB-A96E-92B3-D8EEC0644C1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7C3D8C-9A34-BDFC-0B8B-B143C54046F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B515F8-2FDD-9CC9-9BFA-FD8C10A6D339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1CBAD0F-9898-E9BD-B1B6-A61072E0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73E3D3C-7B35-1739-20A1-4466911830B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8253E40-A1AE-65C2-EEAC-E43AFFB8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A23B7CA-1641-1AF8-AB5A-8311A2D37F6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C0C524D-F22C-E8E1-9550-F6C76A37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962FF94-24EF-E5B1-C7B2-A161F0A3972B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AB2768-35DA-178D-E5BF-D510A0931A21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B40423D-D5F6-F808-496D-1D31F272E6B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5927DB0-F5AE-82CE-F3B6-09485B69982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699A803-F684-93C8-1AB4-A99E5C6F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08DA29-44AD-78E0-74C4-3B561ADF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523B9C-9B11-6553-E2FB-B2407AE32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8C9C643-76BE-CD37-F210-EB002AB03010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19E0CA5-F958-E375-03BC-27587E4717B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B5887C6-71AD-95E6-C2B9-5A6BAE952DC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7CE8177-0424-3C4B-6937-712D43D2626F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B95AF-4F8A-D638-6FD2-4C050A09D99C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3A2D46-0269-0ACF-0AF0-994C0E28DE49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2AB018-9B00-4F1D-70F0-314A09AD5D8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E1FE2D5-C272-2A3B-DB8A-B1F6CA038AD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12AF0D9-172E-EA31-65C4-2C74A3F9DF31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296F477-0C43-A09D-7899-96C51C222F30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17513A5-DA4A-AD7F-91D7-3B3745BEDEC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0A3F51F-42FE-6988-70A2-98D3AB5BC3B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2EB3CA2-6E27-E3C9-91FD-BF5297EB97CF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58EDBC-DAE9-48AD-7365-1F8A2930D5FB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72F22CB-3328-E4D1-AA64-A0EBFBACF2D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76AEC2D-6E2F-A60E-27DA-78C65FBF00DE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ECE6490-E8F6-1D4F-D1C5-F79BE14139A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631FC83-5C8D-96F5-11FE-C6FEC32C729B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6AB9899-5CED-96E8-6CFD-8336636C4367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88A1AC1-7C36-E7AB-B1A9-1D394097562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D329E48-82EB-6FC7-30AF-2265EC268B1B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5748C66A-0121-313B-98E7-C10B96207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591D3E6-E5CC-FE9A-AADC-F31AA23DC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7EA56D-AA8D-3091-5F31-354673F9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CCB07FD-4139-C489-AFC5-77C42C10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539577B-BACD-5E26-9FAC-6E4E70BCC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CF2D75F-D712-AE3E-2924-160844F45F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6DF6877-10E2-B6AD-0B38-EC11880CD5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6768328-F434-41F0-E8B1-592CDC2AF2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5FCFA277-F5F8-5C87-19DC-4BBEDCBDD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2AFF1045-AD6E-2B60-A11A-EC88434F5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C7AD4473-EDD1-393C-8E3F-0BF24D594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CBB0F0D8-CA91-5C16-6BAF-1EED7538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8FB1465A-DCDC-1CFA-AEC5-DE3EE7A8C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2CEC0D6-9B86-615C-C657-ADDA85900EA8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233ADA9-C620-8523-9CB9-A2F67BE8C536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62A44A1-FBA4-8554-DDD5-5F4EBF52D5B1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DAFD69C-9DF0-C9E6-6D6A-69F0236A5628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B40488F-92F5-7A79-7705-002701B7BB53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6E7D4D9-70F7-DCB9-9EFE-50113E4F99A7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5FC3476-70FC-278C-01EB-FE8D63B10950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CD27147-B97E-C125-BE4B-5B47244103AD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691A85D-8127-5002-C84A-705758A53A9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2D5DD1A-4B04-5F58-368E-A27BB66C7081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9940BC0-F8DA-4766-332C-F37D6768C510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E4D7A88-2A6C-872B-16AD-B631D93E6325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2BEBB0E1-1C3D-96FA-C270-8294D6FC7E64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93815B5-7915-F482-0E65-F04C84CAD431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121E2F1-08B0-8749-E3EC-FF4340695030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BA52F6C-32C8-BAAE-FF75-B2211CCD135F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FDFD256-6ACC-2CC7-2699-844A398098B4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34673A1E-D1B1-D427-8BE3-25CE39D6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2670E1A0-D827-F608-1EA1-33F888AA2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752AA6FC-D3DE-5251-4745-02AA9175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D9D275C-D5CD-6C0D-4CD5-8A16DFDAE670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4943BCA1-B7CA-3B86-BE5C-CA681137028E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852BFC6-4755-4FDE-46F3-150BF1E320F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7726C90B-2350-6521-81E1-DF2A0C2F2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78443C34-C4D4-667C-8325-DE25B8577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5029B665-F5EA-8C17-7A6B-B1F2062D1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53DB3D8A-6763-2432-1018-9783DB1E0814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8823545B-87A0-B820-DFE3-024F9E1A2088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B9AB597-8486-0AA6-D2BD-01495B34A5C7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15A90D1D-0C26-C7F8-20A5-ACAF6B1523B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633165F-0ACD-FD0C-D099-A2CB1E802371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082D8C8-F9D8-C3F3-7C48-309335BAF510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C1B73BB4-74BD-95EF-86E6-048D7F195D13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F8064F4E-B3CA-5CDB-5384-475A3D8C1F4C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6FE59E3-E72A-D2FE-A119-FF68729DF71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AD0045A-95A0-14D5-9941-47C342ABD039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0B130A9E-6053-B55F-F1A1-5557A880798E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2342CD4-29DF-6B85-C07D-B7C92746736F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7F16726-6C7A-D73D-92AD-41B4D95E7EBD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98F9D04-F652-409B-CA4A-B29C9789075D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BFF8FE2B-8431-B409-F7EE-A111B09D08ED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D450F670-1F8C-4204-4B36-7A0EB2B6C07D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B2989D6-A9DB-B72D-2AA7-E52665A783E6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8FB80E6-3560-A9F6-0215-42893EAA6FD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B74F5A39-C12A-FFB4-9B9E-C27623126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77C97B49-52D9-BA79-FD1F-C6BC54CFC7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50BF7645-91CB-80F4-27B7-2DFD04DC6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53674AE6-7F9C-7F1E-7F6B-A53B47AC0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2D2B053E-80A2-2A5B-2DC4-33E9C0E61C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D16A9BC-3832-ED34-C124-1A07DB9C05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5721B50C-E1BF-9730-FC2D-A2A4EF4B89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4C7B9699-43A9-834B-C784-C2B8A1C317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899A87AC-BA0D-B88F-E8CA-837AF713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F0B4D4-40AD-2B03-952F-C523899B5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E7698F72-F796-514B-8BE0-02A1150B0904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9B090410-3B3F-FF27-2E50-5A533C72D1C1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91B7BD4-36F8-9463-648E-A063070E2D0D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3EB3DC7-0369-A06E-CE21-5F08879BC489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66EB630-C576-0AC0-5D05-AD5E82341C4A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D742FE1-7764-4C28-65DD-0E08C520AE8A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50D67B3-E582-B510-88C9-9B482DFF2FD6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092E421-B032-E253-D071-86DBC0873D37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539C773-8EFA-EF82-37CE-4C3A7D9BEEFC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7F401FB-E0C4-84A2-D53A-7AB66FF98B52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9A3BA74-8364-250C-D874-DEC0DA66F881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49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0414-2AAB-1384-21EB-D35B1812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CE3C-5868-F5C1-5479-63CAAC6E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ACD82D-0294-A5FB-0611-82D92603E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E3D6F-0EB2-4638-B3F7-B337A45B0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A96350-03FD-35B1-37A5-5F4E2C3FE7F4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01EF4-C587-66CA-9714-08993CED1B4B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D939D-4581-50DD-93D9-FF7684F8E12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7EF92-FD6E-2AB3-8E8A-F09C8AF6937D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0BA0234-3057-F2BA-3E0F-14D712B7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5D0B7F4-0B89-29D0-A26B-3B80A5D1C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23A3DD-A83C-62CD-81B4-0496D4E4A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38B5EB-79CA-0644-EBF5-975735E7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B4780F-929D-2C3C-A117-C830C7DB3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A19401-29D9-A506-7288-39085EF52EF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B97371-AC46-DC5D-C282-805778A92E0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DD458C-5A9D-0A48-8D84-8A2C3962CA9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BC1613-D302-5708-CBBB-CF2F733F39CC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711F3-7857-C902-D560-4FCBB6C0C332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10DDB5-1D9B-B5C5-9567-865DEA421E6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AA9FB4-C648-3991-5C35-203A2F9745CC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51A3A1-D5D5-9A61-8F19-F61FE7248468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CCB697-38D1-6962-EE3F-7B4D12D3119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F58427-3031-A7F3-943B-61B1A82CCF49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937357-A33A-6149-CD87-A37DD18609C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83624E-0FF7-F8DB-56D3-B94421BCFE2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C4896A-B5AA-A15E-29DE-8BAEE7331DCC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D328C4-1742-55DB-AF29-7DAB7C354C4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CECD7E-1811-819B-5A62-1D48B5E9138B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F0EB74-BAB7-9DA5-DC26-4C5B573336B1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9DF7D1-6137-391E-E361-AFF7B645160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E24403-02FB-A9CD-03D7-B4F954F9369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EC94B3-5F42-AC2D-4C2F-2D696FB0C71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D15534B-F80D-A905-4FED-943DFDB6E9F9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7BC4A8-2F16-11EB-65C9-E43CF1C0071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650C66D-A520-2A54-E526-3B4A9AD10E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A9F407-CD55-099F-E028-B2B9768B1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69CDC55-5C43-D001-4194-D67DB622042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60B2295-D6C0-4A41-1DE1-FC0F8C80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5FA872-AA46-6E58-D44F-A52B69A34DA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CB025D-5AD3-EBD4-6964-2193F916F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5F92005-7CDC-9F88-F16A-05CD1FD5C8F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E061CF-1748-2790-442B-10764C3CAD44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DCC2500-6844-A7A7-0E2E-C163BB01BF12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7E935D7-E511-9725-00D2-323F2614DC66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B1A759-1108-0A75-2333-6ED50BDBC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76E82D-E0CD-1EA6-E51D-4F204339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C09E399-5A68-01B1-3CF2-B7259A00A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3EAF09-773E-8E93-FE8E-A121D0B59C50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AB4A8F4-EB7F-687D-C96F-135479846F5F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F453F90-65D1-FB47-B9CB-F9035D9BDF3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FCF4324-BDDF-0962-E3FB-4FC58232B0F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CA1E02-E82A-D604-9CFE-0D6943522E23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7F74D-6FAD-A693-CD7D-B61BB832CB5B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8832683-4D58-165D-8037-AD05682C5ABF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BF1EE8-ADB6-D361-F639-5A8F852A20B7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776180E-C9A4-A245-8601-AB308BAB6D56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2181F28-4C80-377D-EB23-4CD799947542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3FA486D-D0D3-BF74-A349-1B8A9506F55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0515979-E10C-076D-AE6A-EF82D994DC77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CF3613B-CB6A-1188-34BA-C8C67E7AB90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4A6D8D8-F3F5-B3FB-8C23-3515F295BB3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49FD2DD-2AB9-D098-67AF-56301D8F2F7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B541B5D-3C98-7F3D-08D3-870F9A8C4887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0B6D299-3481-E279-8164-3BDA636AD9A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0EAFA74-904B-23DD-C63F-65300A8CF19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89EA4F-E9B1-8DA7-1F76-0B4AFF6F9CF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37AB2B-DD33-CEFE-3407-499125BF3B6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6CAF3E9-B326-670C-F44A-E24393C5093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0CF6C7CA-DB11-64D4-A104-0593238F5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23D5D24-2B7B-1CCF-0A54-4B4DA954D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C96B436-EBE5-0E6D-70B8-F218128A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90009FA-DFF2-3FEA-91FA-D899B713D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8D63FD1-7E6C-2E44-B6A0-3571EB5C7D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61D5B88-FA73-419B-21FE-BDC68137DA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89ACF60-0ADD-19B2-60A3-BB0BE19A4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43F5B0B-3FAD-690B-CEEA-8CEAB74ADC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94176C4B-5051-12E2-2ACD-3DACD02A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58072CC-6D96-9529-3ED4-82B2B5A41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73606014-5B17-4067-7EB2-D1447B0C5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5AB0A717-DB6B-09C3-9837-FFE89BD7A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6471DA9F-01CF-AF42-8B61-35D93A5BB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4421655-2F18-26B7-459F-B1A1ABE0107B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E3C4363-2978-CC52-BF31-6799A40EFF74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0D8B371-70B8-7FBB-A86D-0BF9B29BE8A2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36606CC-44CB-DF62-72A5-A57641B0EC3C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E31D66BE-876E-CB12-D885-D679BB1BC14A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ADEE782-EA80-3349-A4DF-9BBEAC1BF576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CBFEF2B-82C4-8678-4F7B-844E882A2AE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686327C-3888-2CB8-42C0-4D8957EE43AB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80AE7704-E50F-9479-20E5-D7C17B158811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6F46E0D-69B7-AF06-792A-D467AB957B12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C63352F-36A9-9E4E-36A0-0F4A769D22AC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5EADD9B-0634-DB0B-E477-AAC3A7E880BB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4E09658-20CA-BD2D-5907-76892FC82B20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146DBB8-493F-246F-B7EF-AC6D91C7CD66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55F18EF-4A94-91A5-DA82-C643DDC875FD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E793E6F-F3FE-2028-5CDB-782585E8D4CC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1ADD2AE-A154-FF6C-61DE-6F25EF0E7CFB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AF0AF151-2C1D-B06D-D8FF-0A4205A7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D3C1CC1E-7951-D070-53B7-700DF78E7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B9CFD4FB-F081-9D74-886D-C9B0AEE05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A35E1768-2294-5727-78EA-D99234602D89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2593087-8750-D5C3-9F8A-8B42322870C0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3FE2A408-44F2-4885-B137-C8CC9D71CFF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4A164037-8281-D42B-3A75-49552FEFA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FEFED904-3CE5-9732-4FA2-0421A09CD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B428745-89DC-4AB1-22D9-671F6383C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B29463B-E0C1-9365-AD61-AE4926D632FA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A37075C-14A9-C27E-DD36-AE8341E80DDC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60B4BCD-B908-6D6B-2E4F-C1E084D7B210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685C88F1-E902-FB76-615F-9A7D16157194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8A0235C-8FDB-56C8-5C1D-14427D4A70B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6116E92-1753-1429-CFFE-521CE26CDCB2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33DCC5F-2ACC-DFD7-4C5B-265753CA3899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5A68C5BD-9FBF-AC3B-74CA-C49837BDE966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AAF8ECD-BBDC-0D20-60C3-92F546F0BDF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5F24DD0-8892-DD34-9B1C-C2BA6CFAAE23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56F6F41-57DC-2A2C-497B-201AF7BC875A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3A78F7C-CCE0-05F4-7888-3E0DC4A4A7A9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E775BFC-3B87-AAE1-5346-9FBFD91B6D41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C8D4179-E229-EAB7-5661-5AE578763EDF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C51FC1F-0E37-AB2B-0E4F-7C7D1B5B619C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18FEE165-ED29-2D3D-B4CF-9CFDA7D0BD1A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52B616C-6972-1142-AED0-CCDF587C5DA0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CDF188E1-17F2-7A13-1699-EBC88EF6D9F6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9FDA0BF2-58BD-BAA1-0290-A51919DB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5EF92EC0-69D8-E16C-115F-68C9E7DBE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A0AF0860-9644-6574-1C85-1143717A1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21309596-E499-B830-CC95-CFDCEA8B3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F378B99D-3A7E-57B1-4670-9F2E20154A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B45B400-8711-F17B-3E6F-F57458F646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66379089-141C-17A1-FCB8-ABE6A03B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D5FD1F12-AB0C-322A-6917-FC8EFFA461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DD5B87E8-B563-864A-B2B9-71405436A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6F6124-05B9-8DD4-255D-8CB2C5703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7F3A33CC-4AB6-9542-0BE9-B5C792D114F9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A26A6-9CFB-B7F7-039E-69DDF87BD1D1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AB0AB-C8CA-F04E-8369-00260C493DEC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AFFDE-F922-7185-BA21-D77993D3D429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66FAA2-E04B-E2CB-E2B1-361DC4B9D8E6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E1676A-A04B-D9C7-AB2D-3834B520B728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9A8784-1C43-AE30-6C9F-8F732F549531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F4A16F-44D3-4401-B2D8-1A77D57A01F8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C3501D-AB5B-B9E7-74CB-84D1DD6C8FA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BA5D3-953B-0166-F40A-DC17C6FEF16E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AC845C-6AF3-719B-7B2C-568F2926E776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F3E88-02B5-D8B1-9446-324CCEBD76A3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127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4798-9E6D-56B4-1E92-75A2456B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299A-FBC4-4E4D-E166-DBBBC84D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BACC5AF-FAD1-EEF0-26BD-0BADACFEF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D8EFA-8E34-40B2-1057-70DBCC6A6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C84FD-739A-9B5E-0EF6-EB3BFC9D4EBD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41964-7B1E-DD18-71F2-C61CBAE5950D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6B9384-7A11-5044-CA6C-E044F1DD795D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ACC38-B02B-CB9A-9CB9-DFC7223DC6E1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8BAA41-C62E-A3DA-BC2F-F1A281072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A0CA3E-1C27-FF56-9A59-9772141C7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93E5BA-CD82-2FE0-33CB-81C7AE3E2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CD7B5A-497C-5AAC-BBFE-B6DC7CC0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C4142D-285B-E018-236C-80D1D33B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82EF39-8F2A-5D7D-C253-4592DFF2DBF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ED7EA6-464C-5569-FC9D-3178357D8A7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09A046-1AD5-CA92-9590-0BD0077AF30E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EA309C-5550-993E-326C-E01B36689B22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BED570-AE55-C79C-7EE5-65ED3B01917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E9AAF2-4410-8EA1-EA41-B5BE812AB604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672E4F-2EC8-2095-6897-011AFCC85098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CC1D7-76B1-4273-9372-59C2F032D684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841D3-1143-EB19-B6DA-47B84669A29B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161460-DAD0-26FB-A4D1-715C4E835448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8913D3-8C8F-7F72-AE01-9F77B60EC90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ADFCFF-8BD4-178E-E4AD-01C522983D0F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BA53C29-8562-4129-05D3-E12273F2A08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D7D07F4-51DD-47C1-78FC-570852FEB3D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CED3AE-0C5D-96E7-E063-28AC2183208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7BAB226-C614-EACE-A61D-BDEEE700AFC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3841240-9CDE-F05C-5077-32E093F6CD8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4CB53A8-6F6D-475B-7514-9641962E626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856492-8E1B-F53C-C1B1-AFAB18F64DB8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85E8B22-77DF-5599-3EC4-96157AED03EC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A6C0B7-EEA2-61A8-D403-F4125586702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D9E88F9-2D06-79E9-D80B-B81999F2E096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75B746-A801-2871-E4E6-8B28E414E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8C5F23E-CEEB-8DD0-BFD7-718D7E20A8B5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A4ABA76-00C8-4655-4E41-6F04B704F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3F4C0B5-BCF1-330A-A437-A56534F324AE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41CEF1A-D545-7162-08D5-3F6B21D2B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EEFE925-3B82-1CD5-A546-4EBDC9969C60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BA60713-3863-0168-F1CD-9B0255D412EA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FFE51F-690F-799F-9908-FB25C3A09313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A220BA-DD10-409B-B963-48FB65AB26A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C4E202-9793-B71C-4E69-AB54F026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7E56F2B-0083-7C7F-976F-0C687C439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CDB7B32-6F1D-CD7A-4CC4-B8BB75D55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A6E776E-83D2-85A1-AD1D-7CD67FCA2872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3D574CF-D7C0-E9DD-4C11-7ABBA648449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6543AF0-EC47-B75A-B95D-E6CAED4F64B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AF624F0-E46E-A5D1-462C-9E714D242443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7AB996-DE78-1EB5-D50B-85645372B082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5A4641-C134-6CDA-4252-CC8C0E241348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358C19-D6A6-A8A3-4803-38C9FAD85B7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354EFF7-98B7-53B5-B5BE-EC9056C09BB0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26F191-0182-01CD-3231-62E79444442F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9FD2ABF-B07E-5E97-CEF2-98A62AD7CB27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9BA9808-79F9-085F-5C6D-A3E7E6F78F16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522DFA2-DB02-48C1-14B1-D46940D94FCB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5CBF508-D1C1-7FB1-1242-6F367A2CDCF1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C4F1E1C-539B-7385-8F85-EAEA43A4733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51C489-695D-EAFD-5A9A-930A288B9A5F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1C3F4DB-719E-AFF4-893B-C423656BD8D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AD49C8-353E-1D90-6DC5-6A464083D8A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49E3A4-AC9A-7A0A-D231-2C6C0338294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4AC2293-E4E4-4439-FB6D-2060990C36C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4E4F2A4-BE7A-208C-2803-8829957B5B70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FDAC025-691D-DB50-8AFE-6B677759BFE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B1113694-93E1-C9A8-A89F-111789607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BA32155-BB1D-3036-1805-9EC969E331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8007BE-D93D-C687-75DB-0AD649B0F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9CB627E-9DE1-59A1-0B92-8BA3D105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B1C1249-5AC6-9DAA-69C4-2C60BEB3A1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054DAB6-4A63-4825-41C7-A293ACB29A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7C4EDB3-0F73-B596-F928-60D7AAA364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9D92BE0-1458-E1D2-2CB2-CA8A9261CE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4EC0F0D9-61EC-CAE5-0F32-A8A7097C2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3B65A772-6E18-B55A-C4BE-E3841D7FC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CBF90D1A-F591-023A-593E-5210F11A2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20DDB857-6D1D-BDDE-1DBB-EA13766FB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E374C3BB-D564-052D-11BF-451D4623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B82864-927D-5012-7842-DD56FD2FB9A6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9A553DEA-565C-A4AC-9AF7-3033835B6529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0518EB8-558E-E29C-55EF-54DD2DF4C085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8B9103D-EA59-CC63-AECE-0BD465A0048A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2380B3E4-566D-A8F5-B5C8-C829D5109E59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38B9C6F-6055-EC1F-959C-C8E32333B08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831EF50-9DD2-B8F4-E568-60E45A9B532E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52294B9A-3286-FD37-2553-6D90DE2F58C9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FF16F00-886E-8A8A-5AB7-09B56E6C6654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503ACCD-083A-1A69-1D75-DA3B75539C99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B551AE2-659E-502B-E998-09044D766A21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677605F-EC45-943F-4E45-76D9D685EE20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BA265A1-47F8-86F3-B30E-DC220C6793BD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08FE7F7-F7B0-7E3F-776D-427A449E2118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3D1C72C-FB40-DB69-DD68-A4415470D094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5891765-98BA-77F5-ADDA-A86A3C512065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7DE55F5-6038-943D-CF1C-FFA638CD6635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F145F6FD-0803-470B-9A33-F969EA8A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Picture 4">
            <a:extLst>
              <a:ext uri="{FF2B5EF4-FFF2-40B4-BE49-F238E27FC236}">
                <a16:creationId xmlns:a16="http://schemas.microsoft.com/office/drawing/2014/main" id="{B147116A-FA1E-A834-C674-77BC173E9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4">
            <a:extLst>
              <a:ext uri="{FF2B5EF4-FFF2-40B4-BE49-F238E27FC236}">
                <a16:creationId xmlns:a16="http://schemas.microsoft.com/office/drawing/2014/main" id="{9A1DA2C0-5696-8D1E-A70C-DCD51937C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56CEE12-FC8E-0C5F-4A2C-A38E38FEF566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17ED486-C9B4-B5EE-3760-8CD8E57E096F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F91C0202-B3D2-C98B-9BAB-32D5A8EDC8D9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0FF0488C-432B-6355-3C6C-F93F629F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20268DD3-3E67-1BDC-3D62-51F3E54D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799D0655-3A84-5C74-2C9D-A2EA12C99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ABD824C-860C-428E-34D2-E8CAD926FAE3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4C172717-F248-05FF-12C6-2550FFEF48AF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98E1879-A255-91BE-509C-C2CB0230F5CC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E0B7216-82D2-E81D-87DC-7C2391E6659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3AA76B7-81AD-9B25-B553-ECBAC368AF07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65C550A-3FDF-7927-A6EF-D2BC81FCDE9D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715653B8-51B0-978A-F8C0-0A58CEF1C33E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AF5836B-DF5B-2244-B3F9-26264CDAADAB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2EFED29-2996-8AE8-4288-659371A014D9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FB5D84EA-7D10-A1FD-6C33-442FA7405686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62E4292-776D-1004-FBBA-C99380A0EAF9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FE41D71-8289-B6EF-D0B8-188FBCC3E4A4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43BC3E96-9E93-18FC-3BD7-58204F957EBE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3E08D1A-CA96-CAB6-BD0B-A424C3A90AFA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14F9AFB-4BA9-79B7-3AA8-9BB962411B22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4F5EC3F-54A3-AA1A-30C9-490037CBE9DE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3916953D-8149-3A49-85B5-36A899F0424F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209F60F-4E5A-B4EB-62D1-F07DFBAAAD6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80E1AECD-80DD-A97C-CCF5-95716A8BD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BCF44902-4B67-6723-C9FF-52A3A23ED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372C7D9A-7628-CB16-E3A9-0A437753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82335206-FE1E-E3C9-BB35-9927F6EE6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49E63FC1-5726-2B13-0E6C-60A7304FE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ADB4F322-E177-9885-F4F1-5F10719C22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72D08EA7-823C-330F-D170-B779F1967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A13F26-F87E-5DEE-08A1-3B16FD21AD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8AB0D16F-EE2C-4C3F-6C86-D02413033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0600A2-7D5A-BB18-BA1C-DC4AA8598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E5E1D726-7E95-AA0A-DEBF-3C92CEEDF7C5}"/>
              </a:ext>
            </a:extLst>
          </p:cNvPr>
          <p:cNvSpPr txBox="1"/>
          <p:nvPr/>
        </p:nvSpPr>
        <p:spPr>
          <a:xfrm>
            <a:off x="1976827" y="624451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B622C-0F87-E539-5283-996FE59961D4}"/>
              </a:ext>
            </a:extLst>
          </p:cNvPr>
          <p:cNvSpPr txBox="1"/>
          <p:nvPr/>
        </p:nvSpPr>
        <p:spPr>
          <a:xfrm>
            <a:off x="4052576" y="3786490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/home/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gregg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/documents/my-doc.pdf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61EA0-F7DC-A29B-F0CE-563C18176EC0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8C8C7C-6B06-37F4-1F6D-BBB0DEB95768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1F6793-D946-FE47-3B11-23CDEFAC2F81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8B5810-AABE-59F5-1AB3-8375A7BF128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42434A-3947-9825-94DB-657BC83D6811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EB2598-7CDD-C0E1-52A9-44B977DE71AC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EA3185-43DE-5EF8-C8CB-5CFA8EF61928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63E05-895A-AB1B-0525-01E6E1D56E40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FDA53-B736-DE73-1E10-BA0E530E28D7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4CCF2-1078-4C53-9AF2-C4336591BF53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0943E5-4F26-1A42-0C95-13D42617CEEB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28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75BB-A153-957B-8598-3542B390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A65B-B983-EBB8-4825-9B459A41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 on </a:t>
            </a:r>
            <a:r>
              <a:rPr lang="en-US" dirty="0">
                <a:solidFill>
                  <a:srgbClr val="FFC000"/>
                </a:solidFill>
              </a:rPr>
              <a:t>Windows</a:t>
            </a:r>
            <a:r>
              <a:rPr lang="en-US" dirty="0"/>
              <a:t>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8D79166-5351-2AD6-6234-CD655FEAC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A6DA2E-6A6C-5699-0C16-B87F0594C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7BCF6-12D5-82A2-F3E9-74F9C3C4F509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AFFF3-BC53-341F-849B-A8D741CEB98F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243D8-7291-FF59-8314-9618ED4C58E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B2A70-57D1-9C3F-B11C-3DC2050A34A2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FEC9B48-E823-9A4C-C716-3085C79A7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0E2948F-56BA-73EC-12BA-EAA93AABA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04F8E19-1C9A-9A58-CC0E-24BFBF298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5BD826E-613C-903B-1F1A-91024A6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016E15-CDD2-C174-948F-D05E08AC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CE076-E357-1249-8749-FBCD5F1C2D03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FECA60-8577-657A-6C54-478B90BD504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7DEEB0-EE79-55FC-4BDB-833C161C4759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D0981-8E67-D4F6-87F9-B1BA7219B0B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B690D-8705-04C3-DD07-685063A5611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2C85FCD-5686-6492-3523-28E055D86D69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0E63F9-AEBB-667B-4B8B-C710F75B821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82EC1-9F99-8DCE-EE5E-34601E4F5EC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D66CD0-AE68-C847-7696-9E6543F23B3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AE7ACE-7172-6B3F-7D98-D26DFD0375C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4291A5-F8B1-58B8-4156-959198BB0FC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143FD4-650A-3295-3BEF-C2398507C35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AC727F1-D4DC-0D50-C8EA-90376974281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AB75F74-9C5B-8E0D-65DD-3279F0AA91A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9922DF-299D-385B-153C-EF061D693AC9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5CBC18-3C59-3B28-61E7-4240E8A4FDDB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20C647-1866-B250-5C0A-76217A0E83A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9B9BBD4-6676-2CAF-A1F9-18B149BDEFC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41CDF8-2966-1241-29EE-A326DF71511F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FE93BA-CB9C-C829-08F1-65E91DB17820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17EE11-56B1-8898-09A2-84939F480529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CED10CC-C14E-F9BB-C7F9-1A02C0F7E86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378EC5-25AF-B760-264D-9572EA4B8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593C57C-7979-ABE3-1B22-5BD20CE782F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8BDAF9-987A-4650-D4C8-ADE1D6371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E8CD431-5E63-9672-5ACE-5228E7C9C4E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EB56C79-F52C-8DE8-65F0-A3B81ED27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2579772-5D62-530D-43BB-0DBBEC52F5E3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5172063-0EEC-E113-AA74-2FDC2A6B525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4BEF6C-59FA-378E-A491-758517B955E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9B66FA-E68F-2AFB-4448-28B5FBBACB82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75B6629-A99B-CF38-D7FB-8CA0D8243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2496AAC-CF22-D396-7D50-E5F31640E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614390D-7561-25D1-45B9-5CDC78ADA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8D12C5-DC0F-6E72-7487-14B00406A94A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F93BA95-07AC-4A57-B68E-FAC972B69FB8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B9FF6DB-2125-0179-829B-160054E06273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07636B0-481B-2CDB-324F-83897E3EA515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9B9B13-B846-1522-24F9-230CD8E9984A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51FE89-3E8C-155B-0DDF-5576AD89C200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0C12543-0CC2-5690-1630-ACAD32B262FD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6E89718-542C-95AB-CB6D-3AD401BBFDD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B87FA68-FB72-4065-E1E8-EBF5C91360B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BE27DAD-2279-EF70-735D-CCFB4DD08901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7539F1A-BC66-6C81-72D6-37E15B71F0C9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953F794-01AE-EEBE-FCFD-3FCFE6DCE89A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10FAC96-DF58-7B07-966E-415CEAD0C257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35CAA4C-4C42-8CDD-FB8F-D94A5F6ED55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9F7EEAF-0E66-0127-5D02-13E1D10CC797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94FE7E3-FBEB-7981-81C8-58A9C1F5149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7DAFE7C-83BE-6DC8-7657-E76469EEABCD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E9E697A-BE0C-EB3A-3390-37939A36580F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BB6A82B-1C67-A305-7A02-57302689879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855E27D-2092-3B41-D10E-951F3F4845E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2156336-FC64-00D9-F357-7DD6DD053961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BF72D3F8-A7C3-D87F-1489-C861EB29F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99AC8BE-6A47-9E7C-DC5E-4A3509CC1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34BF629-435B-16C5-E299-385934F7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853089-24F6-B490-6FE2-BBBA6B477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AA88E6B-F85D-B9A4-AC5E-8DAF79CE8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6EF78BC-4EEE-C174-DE2C-0283564736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83829FA-33E3-B272-6995-596459EBDB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A82FF37A-69E9-8BDF-A0B6-03CBC168FD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1E9CEA80-4115-F080-98A2-74F657EB7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E8E774AC-8DA3-D330-91A5-EC39E19F3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342AF7FD-09C3-CFF9-73FA-2FF29C13B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D4C6B72A-2A0A-96DF-6C80-179699ED5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3617F56A-A6C6-49B7-8C3F-F35B4DC62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4FD3B2C-5053-9DC8-0F20-91DC3238932D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61544A2-BB4E-82C3-C079-9AB8E09E9F1D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1362802-BCEF-4DF0-2DC7-72C7A42F37D0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552797E-F684-E213-CF7B-46E3852B4C83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9972826-5A01-E22E-5BDF-9F818E744250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7DA92829-8E4A-5164-6786-915E03734653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913D077-4501-62EB-4F6D-A7EAD517633F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574D1D1-5C74-BCA2-9E16-271C9EA8A030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C9657E9-B20E-E837-0F99-4578FBDC51DE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A0A782C-B796-E506-10F1-6BFBACE5A0F7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5E37BF9-9C87-6DA5-3463-545391FFD899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347870B-E33D-425A-4DDC-D623CE42F038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88D0B00-E62C-B320-027A-FF2A8422606F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D6F9FB3-79D2-CAB5-37DD-1F56B82A80C6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2CE891B-25B5-19CA-DC95-0693AC29DB98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D04E59F-14CF-140A-982A-AFC2AA1A9B37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5F22DA8-A108-EE45-1C01-F180F2BD5234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864AD3E-3A2A-DBCE-F9AF-AA336CB35701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307595F0-EEF2-E140-B0CA-C27613E0A5DA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A4C428F-C952-0944-9E80-1D9FE414509C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7F66C772-F06F-55D6-2192-C1E5B3892092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E145D71-9DAA-671F-57A9-1F879EE83C0E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14A5610A-6C72-EA88-C219-A3D074582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0FDAFD03-A642-03EF-C1A2-7CDA3ECB4C27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4" name="Picture 4">
            <a:extLst>
              <a:ext uri="{FF2B5EF4-FFF2-40B4-BE49-F238E27FC236}">
                <a16:creationId xmlns:a16="http://schemas.microsoft.com/office/drawing/2014/main" id="{BFFE525F-E646-9955-99A9-C85A315BB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B094F4D5-9653-A824-4773-4086E07D9EBF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6" name="Picture 4">
            <a:extLst>
              <a:ext uri="{FF2B5EF4-FFF2-40B4-BE49-F238E27FC236}">
                <a16:creationId xmlns:a16="http://schemas.microsoft.com/office/drawing/2014/main" id="{7F3BA44B-6C9E-1C07-CA65-92DE1F32B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828C637F-97EB-83A6-039B-5680C42B06A6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FB6F3E1-4577-44D0-9ED3-69A362292A05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603A0F7-1BA5-8DBD-D95E-042AB36792BF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6642518-F39B-37EE-F3EC-6D0D1F572163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F39FD62F-0FF9-1856-6EC9-20359C1AF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F6A9BEB6-4F5A-BE5A-E286-DE21B424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8C1F012C-F565-6283-9D4B-2A6689680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BC1FC72C-D61B-36EB-F9BC-009DABF6692B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5D4347C-6338-AE28-8CAB-1F66ECEDE460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ECE09D3-941B-0933-B1A4-CB33F90D365C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8145DC6-41B1-F906-C257-86C8C543E896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E229017-2E7C-481A-BDD8-59BF04639F7F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3A54B40-9BA3-A2CC-16E1-368E9404D19E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B78FDE9-FC24-CFAE-9F92-D51C328F1A17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9D249AE-065E-7189-04A1-9CA6F99BE56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A648079-B4D3-C1D5-A476-8DC856207254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823E637-17B1-B65F-77E7-CC8F3C02A743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85278B1D-62F9-6E52-1968-823992F4AFE6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276A5B1-E5A4-CCA1-1A77-E4F19F48602E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DCBE1C48-0E6A-25ED-26A1-C31B9C1F905D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9E62286-AD05-164C-A6F9-C2B810AFDFD7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3755FF9-9B1D-353B-53CC-E99BCE0BE15F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4A9A932-F519-B43A-B959-282A27BD0E4C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F2731922-5212-207D-BE23-745B29351DBB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DAA4252-6F54-33D6-9387-D803A69C2170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0C5D8E18-36A1-2A3F-5A31-2C5FCEEF8CBF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30172BB7-4543-C99A-A91D-7592D36790FD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858B665-4315-E194-298F-15F860F53A44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A30F903B-6550-F364-265A-BA639FDFC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0EF279EF-7D29-6C0B-46E1-6D2831627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DD0CFAD9-3B7F-7EAD-AF0B-F3BFC0FE0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888BBC5E-6B76-D581-4FC2-8E0B08764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D4FA2BE3-8112-CECF-86D4-AC2E64AA8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5D0D97F7-363F-AEFE-7EBB-0975240EE2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95FAD8DA-FCCD-5FED-4AE3-3886AEB901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E9C3800C-1C1B-A29B-2F04-8EF55FA3F0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441D10CE-AB52-5BA9-B08A-1EC534821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7EC25E-C303-C775-E5E4-C109A17CA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8F417C81-47BE-ABC5-50E2-2AD1ECF3C357}"/>
              </a:ext>
            </a:extLst>
          </p:cNvPr>
          <p:cNvSpPr txBox="1"/>
          <p:nvPr/>
        </p:nvSpPr>
        <p:spPr>
          <a:xfrm>
            <a:off x="8231853" y="626188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</p:spTree>
    <p:extLst>
      <p:ext uri="{BB962C8B-B14F-4D97-AF65-F5344CB8AC3E}">
        <p14:creationId xmlns:p14="http://schemas.microsoft.com/office/powerpoint/2010/main" val="315138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0358-63CF-FE07-DF59-DB1B8883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1FE3-E45A-9F8B-D70F-7E0ECB48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dirty="0"/>
              <a:t>What would be the full path from the root to my-doc.pdf on </a:t>
            </a:r>
            <a:r>
              <a:rPr lang="en-US" dirty="0">
                <a:solidFill>
                  <a:srgbClr val="FFC000"/>
                </a:solidFill>
              </a:rPr>
              <a:t>Windows</a:t>
            </a:r>
            <a:r>
              <a:rPr lang="en-US" dirty="0"/>
              <a:t>?</a:t>
            </a:r>
          </a:p>
        </p:txBody>
      </p:sp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2B633E-62FC-2A92-04C7-2EC703E22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7B743-BA6C-170A-2A42-EEF2A174A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66" y="1697323"/>
            <a:ext cx="793750" cy="79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D061B-307E-7927-805A-41E59A06C93C}"/>
              </a:ext>
            </a:extLst>
          </p:cNvPr>
          <p:cNvSpPr txBox="1"/>
          <p:nvPr/>
        </p:nvSpPr>
        <p:spPr>
          <a:xfrm>
            <a:off x="1761589" y="1452472"/>
            <a:ext cx="952500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Mac/Unix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896EA-D18B-1D43-E88C-47F96787A452}"/>
              </a:ext>
            </a:extLst>
          </p:cNvPr>
          <p:cNvSpPr txBox="1"/>
          <p:nvPr/>
        </p:nvSpPr>
        <p:spPr>
          <a:xfrm>
            <a:off x="7990891" y="1452472"/>
            <a:ext cx="952500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2AEEF-51BB-F2A3-1D5F-2FBE3E7DA92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9B800-C160-6DE8-6889-2CCF6785D8A8}"/>
              </a:ext>
            </a:extLst>
          </p:cNvPr>
          <p:cNvSpPr txBox="1"/>
          <p:nvPr/>
        </p:nvSpPr>
        <p:spPr>
          <a:xfrm>
            <a:off x="7990891" y="193857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C:\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EB8C96-CC4A-8FC3-0AF3-DB0C6451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AC02747-6DE8-4A4A-EFF7-FA88A5F15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277F24-1371-3F1A-C575-E1E56D111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CCBA921-2CFA-C4FA-2E22-2CBD8CD66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844563-8E9C-71CD-53D3-06F8B469A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A2F430-B710-2D71-A0F1-8172976CCA1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71E823-768F-9F93-833E-6013D4C6F4B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21702E-D3DE-CFC9-EC01-D3EE09CE10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497D5D-0CBA-281E-DE3C-2CD9A9EA0B5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CA6B95-AA96-BFE3-5722-B27E45A0B69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7160F4-637E-A401-F0E3-078AE3E5E28C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F73DB4-8F4D-3237-D8B6-36FD98855E64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FC1FFB-EBB6-03C8-9F12-1415EA74E7F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C2CA22-414D-FAD3-AFB0-4174AB433A0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6EC992-ACDB-BA39-C499-B01E6C35204A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DB690AD-2FE6-683B-88A8-8EDC839AE01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CF3E81-7C14-FD2F-AF7D-58C0473968F9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0534CF-562B-C375-1D26-596134AC84B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D1DFE4-3688-E97F-14E4-2CC5000826C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74CDD4-6DD5-E866-61E3-E5B132DE0D7D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D4925D-C79D-5AA5-E043-E20F5ADB47C7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8148F2-E468-8AE0-FAD5-41414F147195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FE0CEB-810A-1C41-BAD4-4DBE280F5574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94EBB6-5625-D3C9-AA66-30C64EA503E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CAA627-4787-FD3C-CFA5-0A0EA3747E4E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03A624-014C-6FE1-F016-79EA2D6CC97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FF35F6-A7F2-09BE-197C-0C291EF70267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CC015E-69BD-F642-F8AF-8573C60D3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96E0B65-76FE-4230-F959-AD3362C23DBF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A25197-8F7F-35B3-89FB-3DCC04F7D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BFA4E59-CA1B-DA15-35BB-36E02DCDBBB1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DE7616-7164-C2BC-59F7-7E575A123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95E7777-0203-9286-3FF7-283B717CB435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0818F5-E444-8634-0529-D54C41F56CC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5A865E7-1BAC-7CB4-3513-A565BF81E508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5CB61B7-5ABC-A86B-BC09-CF4E6C8DEE6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B0B45D-E5D6-822A-B996-8106AA9F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BBF32BE-46E2-41D2-C0C8-2C8919E9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EDBE841-50BB-4AAD-4F31-7F5808525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1602091-BF13-89DB-2C9B-0129FCC6F47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E38A47C-40A5-CE2E-272C-C7A73A61AEAD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F7AC674-7084-FB22-93CA-EB9FF5FB4506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F5478A5-F818-9F20-95B5-8C5295302064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0A2BF3-72AA-FD58-0358-EA92DD6205F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501FCF-5FC7-2601-1E8E-551ABC5FBC1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B9601DF-5962-1BA4-F215-DF63CA1EBABF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339BF9A-A4BE-6B4F-6B26-9ECCCCF6939A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AD44757-E593-177D-D4F9-917FF0D9609B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0134457-2F16-929E-717B-EDCD4941EDBB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864935F-96E8-5A40-387E-9F2C838B45C4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119CB1-280C-E63C-940D-F6C08F052467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9FE937C-6CCB-A98A-985A-F93CD5AC109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3AC68A3-9E3D-5D2B-E692-A605FFC096B8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DC9B81C-0C34-21FB-63BC-F2765A36CA7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8CF5D4-B412-5DCE-53C1-8B7E272E0614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01A6139-34D0-6E90-2B08-50634FCCAA62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A067C4A-BA32-8928-7C94-F0BDFBCDC57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7C6544-AD28-265E-F699-D5A07FABBDD7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4B354B5-C137-98D7-A439-03EEB6925499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DCB22B3-E67B-34BA-73A3-A7A19AD19E23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65E95BCF-F551-25A1-D731-4D4E1FFF9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E2FD7C3-C1A9-279B-D2E6-3E03FF9A8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9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A2D7AB-1CAF-57E4-4856-2A795D86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5580F7B-AD8F-615B-6E6C-751D52658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5834922-BC80-3D65-CC57-961EB49A7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696F402-A992-74DD-5DEA-AB574E1F7E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0936028D-28FC-CB86-FD16-1D90DE539D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47126C9-478D-1850-78D7-BD14F10F67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6323C58E-D855-2E4B-1884-DD980D902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848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4">
            <a:extLst>
              <a:ext uri="{FF2B5EF4-FFF2-40B4-BE49-F238E27FC236}">
                <a16:creationId xmlns:a16="http://schemas.microsoft.com/office/drawing/2014/main" id="{1D531777-A08F-F953-937F-A096BE0E2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7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Picture 4">
            <a:extLst>
              <a:ext uri="{FF2B5EF4-FFF2-40B4-BE49-F238E27FC236}">
                <a16:creationId xmlns:a16="http://schemas.microsoft.com/office/drawing/2014/main" id="{BC6F9BA6-09EA-0154-C028-C980B6DAE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278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>
            <a:extLst>
              <a:ext uri="{FF2B5EF4-FFF2-40B4-BE49-F238E27FC236}">
                <a16:creationId xmlns:a16="http://schemas.microsoft.com/office/drawing/2014/main" id="{F398EA54-5C6C-624B-4A24-87364AD4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>
            <a:extLst>
              <a:ext uri="{FF2B5EF4-FFF2-40B4-BE49-F238E27FC236}">
                <a16:creationId xmlns:a16="http://schemas.microsoft.com/office/drawing/2014/main" id="{46237813-C67D-0800-794C-7C19A4F1F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7209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DB5EC2E-F3DD-4321-E312-F4758370CCD4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677216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62E675A-7BE3-C28E-29ED-4AF93E46DE34}"/>
              </a:ext>
            </a:extLst>
          </p:cNvPr>
          <p:cNvCxnSpPr>
            <a:cxnSpLocks/>
            <a:stCxn id="176" idx="0"/>
          </p:cNvCxnSpPr>
          <p:nvPr/>
        </p:nvCxnSpPr>
        <p:spPr>
          <a:xfrm flipV="1">
            <a:off x="751146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FF24857-91EF-3C91-9BAC-6C1D92DEADB5}"/>
              </a:ext>
            </a:extLst>
          </p:cNvPr>
          <p:cNvCxnSpPr>
            <a:cxnSpLocks/>
          </p:cNvCxnSpPr>
          <p:nvPr/>
        </p:nvCxnSpPr>
        <p:spPr>
          <a:xfrm flipV="1">
            <a:off x="8465106" y="2585543"/>
            <a:ext cx="0" cy="33511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A1D5BBA-9D5C-7FD9-3070-34D46B89EB3B}"/>
              </a:ext>
            </a:extLst>
          </p:cNvPr>
          <p:cNvCxnSpPr>
            <a:cxnSpLocks/>
          </p:cNvCxnSpPr>
          <p:nvPr/>
        </p:nvCxnSpPr>
        <p:spPr>
          <a:xfrm>
            <a:off x="878464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86675ED-D143-EC13-30DB-2170A7940B00}"/>
              </a:ext>
            </a:extLst>
          </p:cNvPr>
          <p:cNvCxnSpPr>
            <a:cxnSpLocks/>
          </p:cNvCxnSpPr>
          <p:nvPr/>
        </p:nvCxnSpPr>
        <p:spPr>
          <a:xfrm>
            <a:off x="894021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1EBDC46A-AF00-D016-9A0A-3733BA0C14B8}"/>
              </a:ext>
            </a:extLst>
          </p:cNvPr>
          <p:cNvSpPr txBox="1"/>
          <p:nvPr/>
        </p:nvSpPr>
        <p:spPr>
          <a:xfrm>
            <a:off x="630254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601B113-F484-24DB-4829-680F2526B052}"/>
              </a:ext>
            </a:extLst>
          </p:cNvPr>
          <p:cNvSpPr txBox="1"/>
          <p:nvPr/>
        </p:nvSpPr>
        <p:spPr>
          <a:xfrm>
            <a:off x="703521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Windows\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6614798-D525-0370-8843-5E412A5E5803}"/>
              </a:ext>
            </a:extLst>
          </p:cNvPr>
          <p:cNvSpPr txBox="1"/>
          <p:nvPr/>
        </p:nvSpPr>
        <p:spPr>
          <a:xfrm>
            <a:off x="894339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8DCDEF8-AD6E-9F97-EE8E-01D85CF51CC7}"/>
              </a:ext>
            </a:extLst>
          </p:cNvPr>
          <p:cNvSpPr txBox="1"/>
          <p:nvPr/>
        </p:nvSpPr>
        <p:spPr>
          <a:xfrm>
            <a:off x="9679517" y="3169891"/>
            <a:ext cx="1061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Program Files (x86)\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ACB3FFF-C74B-B976-A451-81B9F22E8711}"/>
              </a:ext>
            </a:extLst>
          </p:cNvPr>
          <p:cNvSpPr txBox="1"/>
          <p:nvPr/>
        </p:nvSpPr>
        <p:spPr>
          <a:xfrm>
            <a:off x="799089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Users\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7AD2C88-0AD8-9EAA-2E46-B2E48986A47D}"/>
              </a:ext>
            </a:extLst>
          </p:cNvPr>
          <p:cNvCxnSpPr>
            <a:cxnSpLocks/>
          </p:cNvCxnSpPr>
          <p:nvPr/>
        </p:nvCxnSpPr>
        <p:spPr>
          <a:xfrm flipV="1">
            <a:off x="677879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E9055BE-44F9-0790-1EB4-5FE174C7972E}"/>
              </a:ext>
            </a:extLst>
          </p:cNvPr>
          <p:cNvCxnSpPr>
            <a:cxnSpLocks/>
          </p:cNvCxnSpPr>
          <p:nvPr/>
        </p:nvCxnSpPr>
        <p:spPr>
          <a:xfrm>
            <a:off x="685855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F892017-CDDA-BA1A-45E4-E338D0DC9351}"/>
              </a:ext>
            </a:extLst>
          </p:cNvPr>
          <p:cNvCxnSpPr>
            <a:cxnSpLocks/>
          </p:cNvCxnSpPr>
          <p:nvPr/>
        </p:nvCxnSpPr>
        <p:spPr>
          <a:xfrm flipV="1">
            <a:off x="657530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FB74D17-21AE-B30E-DFA1-B17400FFD87D}"/>
              </a:ext>
            </a:extLst>
          </p:cNvPr>
          <p:cNvCxnSpPr>
            <a:cxnSpLocks/>
          </p:cNvCxnSpPr>
          <p:nvPr/>
        </p:nvCxnSpPr>
        <p:spPr>
          <a:xfrm flipV="1">
            <a:off x="750427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CDD710F-03C3-D4AB-CD2D-92462A4A2510}"/>
              </a:ext>
            </a:extLst>
          </p:cNvPr>
          <p:cNvCxnSpPr>
            <a:cxnSpLocks/>
          </p:cNvCxnSpPr>
          <p:nvPr/>
        </p:nvCxnSpPr>
        <p:spPr>
          <a:xfrm>
            <a:off x="758403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873628A-4CAA-77CB-4CFE-0EEAD7FEDAF3}"/>
              </a:ext>
            </a:extLst>
          </p:cNvPr>
          <p:cNvCxnSpPr>
            <a:cxnSpLocks/>
          </p:cNvCxnSpPr>
          <p:nvPr/>
        </p:nvCxnSpPr>
        <p:spPr>
          <a:xfrm flipV="1">
            <a:off x="730078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1E57CEC-70F7-E426-1222-62FDA51BE558}"/>
              </a:ext>
            </a:extLst>
          </p:cNvPr>
          <p:cNvCxnSpPr>
            <a:cxnSpLocks/>
          </p:cNvCxnSpPr>
          <p:nvPr/>
        </p:nvCxnSpPr>
        <p:spPr>
          <a:xfrm flipV="1">
            <a:off x="942992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5560930-039F-8A63-185D-9606903B2B24}"/>
              </a:ext>
            </a:extLst>
          </p:cNvPr>
          <p:cNvCxnSpPr>
            <a:cxnSpLocks/>
          </p:cNvCxnSpPr>
          <p:nvPr/>
        </p:nvCxnSpPr>
        <p:spPr>
          <a:xfrm>
            <a:off x="950968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271C5E2-8592-599A-FEAD-9D149437D045}"/>
              </a:ext>
            </a:extLst>
          </p:cNvPr>
          <p:cNvCxnSpPr>
            <a:cxnSpLocks/>
          </p:cNvCxnSpPr>
          <p:nvPr/>
        </p:nvCxnSpPr>
        <p:spPr>
          <a:xfrm flipV="1">
            <a:off x="922643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2831FEF-B674-BEBB-18F8-CF66ADD4721F}"/>
              </a:ext>
            </a:extLst>
          </p:cNvPr>
          <p:cNvCxnSpPr>
            <a:cxnSpLocks/>
          </p:cNvCxnSpPr>
          <p:nvPr/>
        </p:nvCxnSpPr>
        <p:spPr>
          <a:xfrm flipV="1">
            <a:off x="1016922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225FEA-B8D4-6C57-D3B0-36C81C70251D}"/>
              </a:ext>
            </a:extLst>
          </p:cNvPr>
          <p:cNvCxnSpPr>
            <a:cxnSpLocks/>
          </p:cNvCxnSpPr>
          <p:nvPr/>
        </p:nvCxnSpPr>
        <p:spPr>
          <a:xfrm>
            <a:off x="1024898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8ECD5EF7-828D-44D3-0A0F-27B4B6569DDC}"/>
              </a:ext>
            </a:extLst>
          </p:cNvPr>
          <p:cNvCxnSpPr>
            <a:cxnSpLocks/>
          </p:cNvCxnSpPr>
          <p:nvPr/>
        </p:nvCxnSpPr>
        <p:spPr>
          <a:xfrm flipV="1">
            <a:off x="996574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2" name="Picture 4">
            <a:extLst>
              <a:ext uri="{FF2B5EF4-FFF2-40B4-BE49-F238E27FC236}">
                <a16:creationId xmlns:a16="http://schemas.microsoft.com/office/drawing/2014/main" id="{3671155C-AEF1-7B63-A889-64E063974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6709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F4073B8E-5519-D914-DFD0-09E130868CFF}"/>
              </a:ext>
            </a:extLst>
          </p:cNvPr>
          <p:cNvSpPr txBox="1"/>
          <p:nvPr/>
        </p:nvSpPr>
        <p:spPr>
          <a:xfrm>
            <a:off x="801284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4" name="Picture 4">
            <a:extLst>
              <a:ext uri="{FF2B5EF4-FFF2-40B4-BE49-F238E27FC236}">
                <a16:creationId xmlns:a16="http://schemas.microsoft.com/office/drawing/2014/main" id="{9FC422FA-4DE3-6EA2-3EAF-8CCFA958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0214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4F50C57E-9BE5-181D-B561-1CC197DF2242}"/>
              </a:ext>
            </a:extLst>
          </p:cNvPr>
          <p:cNvSpPr txBox="1"/>
          <p:nvPr/>
        </p:nvSpPr>
        <p:spPr>
          <a:xfrm>
            <a:off x="904789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6" name="Picture 4">
            <a:extLst>
              <a:ext uri="{FF2B5EF4-FFF2-40B4-BE49-F238E27FC236}">
                <a16:creationId xmlns:a16="http://schemas.microsoft.com/office/drawing/2014/main" id="{7EFCF097-595D-38C1-A7ED-876F2DADE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5426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9C634C25-2098-CF37-236D-C448E6BEEE95}"/>
              </a:ext>
            </a:extLst>
          </p:cNvPr>
          <p:cNvSpPr txBox="1"/>
          <p:nvPr/>
        </p:nvSpPr>
        <p:spPr>
          <a:xfrm>
            <a:off x="700001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lei\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CB31127-EE3E-485F-61F8-06828952FEE0}"/>
              </a:ext>
            </a:extLst>
          </p:cNvPr>
          <p:cNvCxnSpPr>
            <a:cxnSpLocks/>
          </p:cNvCxnSpPr>
          <p:nvPr/>
        </p:nvCxnSpPr>
        <p:spPr>
          <a:xfrm flipH="1" flipV="1">
            <a:off x="8462243" y="3557127"/>
            <a:ext cx="2863" cy="46503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0A89419-8F99-D309-6B37-1B5E3E5E8463}"/>
              </a:ext>
            </a:extLst>
          </p:cNvPr>
          <p:cNvCxnSpPr>
            <a:cxnSpLocks/>
          </p:cNvCxnSpPr>
          <p:nvPr/>
        </p:nvCxnSpPr>
        <p:spPr>
          <a:xfrm flipV="1">
            <a:off x="745384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C7C2727-C407-D7EE-45DF-169E73BD6B82}"/>
              </a:ext>
            </a:extLst>
          </p:cNvPr>
          <p:cNvCxnSpPr>
            <a:cxnSpLocks/>
          </p:cNvCxnSpPr>
          <p:nvPr/>
        </p:nvCxnSpPr>
        <p:spPr>
          <a:xfrm>
            <a:off x="882274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1" name="Picture 4">
            <a:extLst>
              <a:ext uri="{FF2B5EF4-FFF2-40B4-BE49-F238E27FC236}">
                <a16:creationId xmlns:a16="http://schemas.microsoft.com/office/drawing/2014/main" id="{18D501DC-D726-015F-70A7-B01B87955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249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4">
            <a:extLst>
              <a:ext uri="{FF2B5EF4-FFF2-40B4-BE49-F238E27FC236}">
                <a16:creationId xmlns:a16="http://schemas.microsoft.com/office/drawing/2014/main" id="{4B3016ED-58C8-9CDD-CBC9-AC9C0C7D6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3550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4">
            <a:extLst>
              <a:ext uri="{FF2B5EF4-FFF2-40B4-BE49-F238E27FC236}">
                <a16:creationId xmlns:a16="http://schemas.microsoft.com/office/drawing/2014/main" id="{1B7C0FED-C7D9-4EE5-DBC1-20DBC86E9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948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65298D7-BC85-C558-A8B0-657DEFBB1272}"/>
              </a:ext>
            </a:extLst>
          </p:cNvPr>
          <p:cNvCxnSpPr>
            <a:cxnSpLocks/>
          </p:cNvCxnSpPr>
          <p:nvPr/>
        </p:nvCxnSpPr>
        <p:spPr>
          <a:xfrm flipH="1" flipV="1">
            <a:off x="8477648" y="4647296"/>
            <a:ext cx="2863" cy="46503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AF59811-E523-572C-82A6-4FAD61DD85B9}"/>
              </a:ext>
            </a:extLst>
          </p:cNvPr>
          <p:cNvCxnSpPr>
            <a:cxnSpLocks/>
          </p:cNvCxnSpPr>
          <p:nvPr/>
        </p:nvCxnSpPr>
        <p:spPr>
          <a:xfrm flipV="1">
            <a:off x="746925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6055B31-22D6-B628-432C-487AC101CAEA}"/>
              </a:ext>
            </a:extLst>
          </p:cNvPr>
          <p:cNvCxnSpPr>
            <a:cxnSpLocks/>
          </p:cNvCxnSpPr>
          <p:nvPr/>
        </p:nvCxnSpPr>
        <p:spPr>
          <a:xfrm>
            <a:off x="883814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646FAC45-A7F5-7672-406D-73A271766116}"/>
              </a:ext>
            </a:extLst>
          </p:cNvPr>
          <p:cNvSpPr txBox="1"/>
          <p:nvPr/>
        </p:nvSpPr>
        <p:spPr>
          <a:xfrm>
            <a:off x="800139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5E4866F-D4FA-81A2-FD9E-CFC279D03879}"/>
              </a:ext>
            </a:extLst>
          </p:cNvPr>
          <p:cNvSpPr txBox="1"/>
          <p:nvPr/>
        </p:nvSpPr>
        <p:spPr>
          <a:xfrm>
            <a:off x="908525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15561AB-C817-3F4F-C304-27E0DFB2A382}"/>
              </a:ext>
            </a:extLst>
          </p:cNvPr>
          <p:cNvSpPr txBox="1"/>
          <p:nvPr/>
        </p:nvSpPr>
        <p:spPr>
          <a:xfrm>
            <a:off x="695468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Desktop\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03CD161-ACE1-AF61-70CB-BB2CEB3F8860}"/>
              </a:ext>
            </a:extLst>
          </p:cNvPr>
          <p:cNvCxnSpPr>
            <a:cxnSpLocks/>
          </p:cNvCxnSpPr>
          <p:nvPr/>
        </p:nvCxnSpPr>
        <p:spPr>
          <a:xfrm flipV="1">
            <a:off x="745722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4A9B512-0BFB-292F-3A19-23AE162844A6}"/>
              </a:ext>
            </a:extLst>
          </p:cNvPr>
          <p:cNvCxnSpPr>
            <a:cxnSpLocks/>
          </p:cNvCxnSpPr>
          <p:nvPr/>
        </p:nvCxnSpPr>
        <p:spPr>
          <a:xfrm>
            <a:off x="753698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53319722-E06B-FB19-0A05-0A15A86A895B}"/>
              </a:ext>
            </a:extLst>
          </p:cNvPr>
          <p:cNvCxnSpPr>
            <a:cxnSpLocks/>
          </p:cNvCxnSpPr>
          <p:nvPr/>
        </p:nvCxnSpPr>
        <p:spPr>
          <a:xfrm flipV="1">
            <a:off x="725374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0401FAE-0E05-4834-7BA9-259F5CE5113E}"/>
              </a:ext>
            </a:extLst>
          </p:cNvPr>
          <p:cNvCxnSpPr>
            <a:cxnSpLocks/>
          </p:cNvCxnSpPr>
          <p:nvPr/>
        </p:nvCxnSpPr>
        <p:spPr>
          <a:xfrm flipV="1">
            <a:off x="949128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94A6DAD2-2C4B-6AA2-6B3A-F884EEAF9AC5}"/>
              </a:ext>
            </a:extLst>
          </p:cNvPr>
          <p:cNvCxnSpPr>
            <a:cxnSpLocks/>
          </p:cNvCxnSpPr>
          <p:nvPr/>
        </p:nvCxnSpPr>
        <p:spPr>
          <a:xfrm>
            <a:off x="957104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E5974CA-5BB6-F202-7147-6A48B8A1A84C}"/>
              </a:ext>
            </a:extLst>
          </p:cNvPr>
          <p:cNvCxnSpPr>
            <a:cxnSpLocks/>
          </p:cNvCxnSpPr>
          <p:nvPr/>
        </p:nvCxnSpPr>
        <p:spPr>
          <a:xfrm flipV="1">
            <a:off x="928779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38D80DE-4EC3-58D1-7EF7-B7E68DDB4E56}"/>
              </a:ext>
            </a:extLst>
          </p:cNvPr>
          <p:cNvCxnSpPr>
            <a:cxnSpLocks/>
          </p:cNvCxnSpPr>
          <p:nvPr/>
        </p:nvCxnSpPr>
        <p:spPr>
          <a:xfrm flipV="1">
            <a:off x="957104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2A8AC11D-85C5-74CE-1981-79B7E796D091}"/>
              </a:ext>
            </a:extLst>
          </p:cNvPr>
          <p:cNvCxnSpPr>
            <a:cxnSpLocks/>
          </p:cNvCxnSpPr>
          <p:nvPr/>
        </p:nvCxnSpPr>
        <p:spPr>
          <a:xfrm>
            <a:off x="965080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B119CE1-7C4D-11EE-6CE6-CE12352F30CB}"/>
              </a:ext>
            </a:extLst>
          </p:cNvPr>
          <p:cNvCxnSpPr>
            <a:cxnSpLocks/>
          </p:cNvCxnSpPr>
          <p:nvPr/>
        </p:nvCxnSpPr>
        <p:spPr>
          <a:xfrm flipV="1">
            <a:off x="936755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6D5E96F-9132-ED17-53C0-D3C4FBECED35}"/>
              </a:ext>
            </a:extLst>
          </p:cNvPr>
          <p:cNvCxnSpPr>
            <a:cxnSpLocks/>
          </p:cNvCxnSpPr>
          <p:nvPr/>
        </p:nvCxnSpPr>
        <p:spPr>
          <a:xfrm flipV="1">
            <a:off x="847764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0CE9C21-9BA2-17C7-BC15-4EF21B9E8B52}"/>
              </a:ext>
            </a:extLst>
          </p:cNvPr>
          <p:cNvCxnSpPr>
            <a:cxnSpLocks/>
          </p:cNvCxnSpPr>
          <p:nvPr/>
        </p:nvCxnSpPr>
        <p:spPr>
          <a:xfrm>
            <a:off x="8557408" y="5761651"/>
            <a:ext cx="103641" cy="134662"/>
          </a:xfrm>
          <a:prstGeom prst="line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B51884E-4779-3D91-9005-068D17C55FDB}"/>
              </a:ext>
            </a:extLst>
          </p:cNvPr>
          <p:cNvCxnSpPr>
            <a:cxnSpLocks/>
          </p:cNvCxnSpPr>
          <p:nvPr/>
        </p:nvCxnSpPr>
        <p:spPr>
          <a:xfrm flipV="1">
            <a:off x="827416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D501C00D-0996-5F2C-456D-3134EDC2D3D7}"/>
              </a:ext>
            </a:extLst>
          </p:cNvPr>
          <p:cNvCxnSpPr>
            <a:cxnSpLocks/>
          </p:cNvCxnSpPr>
          <p:nvPr/>
        </p:nvCxnSpPr>
        <p:spPr>
          <a:xfrm flipV="1">
            <a:off x="745384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E9E9B95-768E-1376-18AB-3A1F1CC3B845}"/>
              </a:ext>
            </a:extLst>
          </p:cNvPr>
          <p:cNvCxnSpPr>
            <a:cxnSpLocks/>
          </p:cNvCxnSpPr>
          <p:nvPr/>
        </p:nvCxnSpPr>
        <p:spPr>
          <a:xfrm>
            <a:off x="753360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862ED04-F118-FDD2-9C8D-B72B72E1EE37}"/>
              </a:ext>
            </a:extLst>
          </p:cNvPr>
          <p:cNvCxnSpPr>
            <a:cxnSpLocks/>
          </p:cNvCxnSpPr>
          <p:nvPr/>
        </p:nvCxnSpPr>
        <p:spPr>
          <a:xfrm flipV="1">
            <a:off x="725036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5" name="Picture 234">
            <a:extLst>
              <a:ext uri="{FF2B5EF4-FFF2-40B4-BE49-F238E27FC236}">
                <a16:creationId xmlns:a16="http://schemas.microsoft.com/office/drawing/2014/main" id="{71D38AB9-8131-5F09-2DA2-BFFDACE3F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18" y="5924942"/>
            <a:ext cx="270449" cy="270450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5F436C19-50EC-83EB-69D9-206CDE132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391" y="5924942"/>
            <a:ext cx="270449" cy="270450"/>
          </a:xfrm>
          <a:prstGeom prst="rect">
            <a:avLst/>
          </a:prstGeom>
        </p:spPr>
      </p:pic>
      <p:pic>
        <p:nvPicPr>
          <p:cNvPr id="237" name="Picture 4">
            <a:extLst>
              <a:ext uri="{FF2B5EF4-FFF2-40B4-BE49-F238E27FC236}">
                <a16:creationId xmlns:a16="http://schemas.microsoft.com/office/drawing/2014/main" id="{F3033101-958C-9A7D-E883-856FF7CD6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3480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4">
            <a:extLst>
              <a:ext uri="{FF2B5EF4-FFF2-40B4-BE49-F238E27FC236}">
                <a16:creationId xmlns:a16="http://schemas.microsoft.com/office/drawing/2014/main" id="{24FCBA25-DD7D-FB27-A339-D7B6B27F7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9259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736AA164-D027-3C35-C81A-4ACC5B8645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32" y="5942980"/>
            <a:ext cx="270449" cy="270450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BCAD821-0A5F-02D5-9407-7E993C0662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93" y="5942980"/>
            <a:ext cx="270450" cy="27045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D519DCE4-9B8D-5C25-A499-6B70335500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44" y="5951081"/>
            <a:ext cx="270450" cy="270450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70FD427-7EDA-66D9-2D2C-FFCF41F166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963" y="5960300"/>
            <a:ext cx="253129" cy="253130"/>
          </a:xfrm>
          <a:prstGeom prst="rect">
            <a:avLst/>
          </a:prstGeom>
        </p:spPr>
      </p:pic>
      <p:pic>
        <p:nvPicPr>
          <p:cNvPr id="245" name="Picture 4">
            <a:extLst>
              <a:ext uri="{FF2B5EF4-FFF2-40B4-BE49-F238E27FC236}">
                <a16:creationId xmlns:a16="http://schemas.microsoft.com/office/drawing/2014/main" id="{F8196042-7677-5B12-0C41-574997E1D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42589" y="588790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95D13DE-F5C1-6A8A-FB50-1BAC7D83B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E1A7985C-F870-5C9C-989E-12E3237B1BA1}"/>
              </a:ext>
            </a:extLst>
          </p:cNvPr>
          <p:cNvSpPr txBox="1"/>
          <p:nvPr/>
        </p:nvSpPr>
        <p:spPr>
          <a:xfrm>
            <a:off x="8231853" y="6261882"/>
            <a:ext cx="980799" cy="276999"/>
          </a:xfrm>
          <a:prstGeom prst="rect">
            <a:avLst/>
          </a:prstGeom>
          <a:noFill/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my-doc.pdf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AF73C-4B0A-E932-E493-31D8B78DAF1F}"/>
              </a:ext>
            </a:extLst>
          </p:cNvPr>
          <p:cNvSpPr txBox="1"/>
          <p:nvPr/>
        </p:nvSpPr>
        <p:spPr>
          <a:xfrm>
            <a:off x="1480347" y="3873056"/>
            <a:ext cx="475193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C:\Users\Gregg\Documents\my-doc.pdf</a:t>
            </a:r>
          </a:p>
        </p:txBody>
      </p:sp>
    </p:spTree>
    <p:extLst>
      <p:ext uri="{BB962C8B-B14F-4D97-AF65-F5344CB8AC3E}">
        <p14:creationId xmlns:p14="http://schemas.microsoft.com/office/powerpoint/2010/main" val="6290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73AD-E3FF-7133-A7A3-B67B26F1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885C-6299-39E0-FE29-BBC2D894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Modern OS search functions have obviated the need for average users to organize files, and therefore understand filesystems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9AFDC1-F88B-1C43-991C-CA132620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2" y="2068789"/>
            <a:ext cx="692014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BA2922-074C-7D3F-D201-F1BD2A9A4762}"/>
              </a:ext>
            </a:extLst>
          </p:cNvPr>
          <p:cNvSpPr/>
          <p:nvPr/>
        </p:nvSpPr>
        <p:spPr>
          <a:xfrm>
            <a:off x="239782" y="5652052"/>
            <a:ext cx="1536009" cy="496957"/>
          </a:xfrm>
          <a:prstGeom prst="roundRect">
            <a:avLst/>
          </a:prstGeom>
          <a:noFill/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19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EB43-EFF3-C5B0-838E-83EDBC47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EA6B-E893-F7E8-F75D-B6988AA1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Cloud storage makes things even more confusing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020856-2FE8-7652-6198-029047BC6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2" y="2068789"/>
            <a:ext cx="692014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45FAD3-C79C-DB75-F051-FD441CE53682}"/>
              </a:ext>
            </a:extLst>
          </p:cNvPr>
          <p:cNvSpPr/>
          <p:nvPr/>
        </p:nvSpPr>
        <p:spPr>
          <a:xfrm>
            <a:off x="239782" y="5652052"/>
            <a:ext cx="1536009" cy="496957"/>
          </a:xfrm>
          <a:prstGeom prst="roundRect">
            <a:avLst/>
          </a:prstGeom>
          <a:noFill/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4 Ways: How to Connect Dropbox to OneDrive Integration [2025]">
            <a:extLst>
              <a:ext uri="{FF2B5EF4-FFF2-40B4-BE49-F238E27FC236}">
                <a16:creationId xmlns:a16="http://schemas.microsoft.com/office/drawing/2014/main" id="{204708F5-2C95-D9C1-B23D-06635E9F5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109" y="2808585"/>
            <a:ext cx="6844479" cy="36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747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2055-252D-7809-0D3A-91A7FF2C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54D1-5FC7-9CD2-AF1D-BB7E9140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82" y="2988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As a data scientist, well organized project files are a necessity for reproducibility and version control</a:t>
            </a:r>
          </a:p>
        </p:txBody>
      </p:sp>
      <p:pic>
        <p:nvPicPr>
          <p:cNvPr id="3074" name="Picture 2" descr="Best Way to Organize Files on Your Computer">
            <a:extLst>
              <a:ext uri="{FF2B5EF4-FFF2-40B4-BE49-F238E27FC236}">
                <a16:creationId xmlns:a16="http://schemas.microsoft.com/office/drawing/2014/main" id="{4A6D6EC4-6866-8551-791D-FAD1DAE98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215" y="2077871"/>
            <a:ext cx="7649570" cy="430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541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18ECE8-EA56-232B-11B8-579B0F2607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E257F-4EC8-5F78-0DD8-C0C1103F6B6F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Interacting with the computer through text</a:t>
            </a:r>
          </a:p>
        </p:txBody>
      </p:sp>
    </p:spTree>
    <p:extLst>
      <p:ext uri="{BB962C8B-B14F-4D97-AF65-F5344CB8AC3E}">
        <p14:creationId xmlns:p14="http://schemas.microsoft.com/office/powerpoint/2010/main" val="4182678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CD9C-7087-8679-9B04-F061F1A1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2648F3-0D78-643C-0160-3FC465AE6E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FF3E-B115-56CF-2899-1927B2C668B0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Interacting with the computer through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3FC33D-5AC2-6088-09B1-36E6780F1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733" y="2781220"/>
            <a:ext cx="525853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52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1523-4CEC-88FE-96B7-0511F52A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9D582C-A4C2-D0DC-40D1-8C74B804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733" y="290721"/>
            <a:ext cx="5258534" cy="3200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8846EF-DD8F-F2A8-6209-CE369352C248}"/>
              </a:ext>
            </a:extLst>
          </p:cNvPr>
          <p:cNvSpPr txBox="1"/>
          <p:nvPr/>
        </p:nvSpPr>
        <p:spPr>
          <a:xfrm>
            <a:off x="616226" y="3988904"/>
            <a:ext cx="10913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&gt; The first computers didn’t have graphical interfaces (no point or click), just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&gt; Text is still the foundation of computing. Code is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&gt; Most modern data analysis is text based.</a:t>
            </a:r>
          </a:p>
        </p:txBody>
      </p:sp>
    </p:spTree>
    <p:extLst>
      <p:ext uri="{BB962C8B-B14F-4D97-AF65-F5344CB8AC3E}">
        <p14:creationId xmlns:p14="http://schemas.microsoft.com/office/powerpoint/2010/main" val="1485213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1983-2F70-690B-05FA-DB1561AD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C544-6931-977E-5EC2-FD74F2AE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Each computer will have a program that can be used to interact with it via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574A2-5215-1831-36B5-1DA7B0CF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33" y="2531821"/>
            <a:ext cx="4772853" cy="3336363"/>
          </a:xfrm>
          <a:prstGeom prst="rect">
            <a:avLst/>
          </a:prstGeom>
        </p:spPr>
      </p:pic>
      <p:pic>
        <p:nvPicPr>
          <p:cNvPr id="4098" name="Picture 2" descr="How to use Terminal on Mac: Basic commands and functions">
            <a:extLst>
              <a:ext uri="{FF2B5EF4-FFF2-40B4-BE49-F238E27FC236}">
                <a16:creationId xmlns:a16="http://schemas.microsoft.com/office/drawing/2014/main" id="{9BE7E61F-D3D0-0633-789D-AE17217B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090" y="2081436"/>
            <a:ext cx="6335238" cy="448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9BC5F-A5A4-F650-0D87-33197C1837FF}"/>
              </a:ext>
            </a:extLst>
          </p:cNvPr>
          <p:cNvSpPr txBox="1"/>
          <p:nvPr/>
        </p:nvSpPr>
        <p:spPr>
          <a:xfrm>
            <a:off x="2145901" y="1927549"/>
            <a:ext cx="1279785" cy="307777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 Terminal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FF675-26FE-7A0B-F70C-320F32C75A2A}"/>
              </a:ext>
            </a:extLst>
          </p:cNvPr>
          <p:cNvSpPr txBox="1"/>
          <p:nvPr/>
        </p:nvSpPr>
        <p:spPr>
          <a:xfrm>
            <a:off x="8481139" y="1927548"/>
            <a:ext cx="2027835" cy="307777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Windows PowerShell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2291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DBDF-2F1E-2B4F-7B98-B2185892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B600-FA0E-2456-CD3C-3F35937E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097678-18C8-E204-3C53-49F5F8CA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3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E2CC-E124-9DC5-0CEE-17217A09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0FC8C-2A9B-C184-3B02-F69B4024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A46CD-6ED7-29AD-11FD-C25BF93B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69C59-16A6-BE6E-0F41-44474F0E6512}"/>
              </a:ext>
            </a:extLst>
          </p:cNvPr>
          <p:cNvSpPr txBox="1"/>
          <p:nvPr/>
        </p:nvSpPr>
        <p:spPr>
          <a:xfrm>
            <a:off x="0" y="492073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technically meaning different things, these terms may be used interchangeably to generally refer to where you type commands into the computer.</a:t>
            </a:r>
          </a:p>
        </p:txBody>
      </p:sp>
    </p:spTree>
    <p:extLst>
      <p:ext uri="{BB962C8B-B14F-4D97-AF65-F5344CB8AC3E}">
        <p14:creationId xmlns:p14="http://schemas.microsoft.com/office/powerpoint/2010/main" val="1964219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41D7-5971-E8BE-73E8-DC249D54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41BE-14B6-56B5-FDA9-65E3BCBE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Vocabulary relating to text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95BD2-6F65-B24A-4070-4C8A26E2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5833"/>
            <a:ext cx="12192000" cy="1906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C3BF0F-8CE8-2412-F56B-AC999112B4BB}"/>
              </a:ext>
            </a:extLst>
          </p:cNvPr>
          <p:cNvSpPr txBox="1"/>
          <p:nvPr/>
        </p:nvSpPr>
        <p:spPr>
          <a:xfrm>
            <a:off x="0" y="492073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While technically meaning different things, these terms may be used interchangeably to generally refer to where you type commands into the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22BC2-00AC-8AA2-1130-8DBE6E46AFB1}"/>
              </a:ext>
            </a:extLst>
          </p:cNvPr>
          <p:cNvSpPr txBox="1"/>
          <p:nvPr/>
        </p:nvSpPr>
        <p:spPr>
          <a:xfrm>
            <a:off x="3048000" y="62194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https://informatics.fas.harvard.edu/resources/glossary/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3584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D20E-D0DF-1F70-9E05-148D17E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B3A2-AB76-45FC-34A5-7B6F3A65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F6D3D5-9DC5-C1C8-5278-C989A3F67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45CD2-3279-B21C-04F4-7FA051B291C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1E48D6-65D1-5104-0306-E158BD0AF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DA4D7B-34C3-E587-C266-61B1BD3CD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412B3B-016B-F229-9E1F-04FCD5846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60D819-DC74-69F2-8317-DF3AF3F48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CC5F221-B2A5-5133-0BA9-1DD426A8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EC07B5-45DD-2F98-91D1-30E5BD6BAEE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2D4AE-BE23-9C14-93A6-093FAE1376D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89E875-3DC2-7B19-5E32-7B9A2D57C4F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6339D5-4181-E6CB-215B-E9061D47E9FA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62804-1E3A-572B-A89B-C2C77ACA2D4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8E5206-0988-AF23-AA69-8CD74A0FEA1E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75CA4A-0BCD-E155-A32E-183FBC0874C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CA628-7273-8F15-9255-8118D2DD23D3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26DC79-13CC-F1C1-586B-CEA63689EE2C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839373-3D13-5B7D-5B5A-C8B2E2C291D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F46541-318A-0DAC-BC70-6647D9DEF397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AB0C4A-D88D-4237-1CC4-F1CA84FA054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B7871B-1D7C-B92E-D414-CC5A98030DB9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0B6F3F-F9BB-6DA6-0E3C-D60A71361C52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42AD7E-A7A1-0050-4120-93D15295D21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34E19F-9D7A-A992-5865-6698A339F4F6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754FF8-3150-3713-7A47-A61834B445D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8B83E3-8475-2B1B-3218-97A5737B15B4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098D99-5918-CC84-C7C1-72BE011F68B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B71FF3-1E61-2368-4E79-ECDED358AD6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30B1AB9-FD2F-564B-A038-814E45B7A0AC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B0A15C-92F4-A990-E341-98697DC9C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7E1FC53-453A-EBD1-5665-BB9B5BF50C0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D8A421-0D79-AEA5-A44F-92BE89434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9425D5F-80A1-A4FE-DFBF-328AA643372A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F8E36D8-B48F-B43B-8A77-1552C434E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7284934-3857-0D1E-9B25-EB1FF3F16584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E56660-2B0A-D594-649E-FADD9342F42B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79F003-E53F-1E3C-B644-3A607491FC8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17903E-83C5-A945-0E60-DA13CF1CC91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98EDD4-8744-4A87-C5AB-C34B0B65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FA2BE8-D0A6-879C-2DDF-7B5E7E708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4C0E9A8-902E-7221-C3E4-F2A617E22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70966F-80CB-D0AD-827F-1B1E53FD819E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852B74-9A6F-7E46-B0AF-C11D74E2CDE7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5E61E12-DAF4-6532-0E7A-26BB41C2BF8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9A13D11-10CC-5893-3A48-BD26F227101A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5B46D3-0DE8-B799-9D16-7E58426CF85E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7A43E-6EDE-962B-C121-409B5BE9A7BC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243BDB-86C6-4358-9A77-EC7A62CA68F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9CF8D65-2B33-0658-2096-18CAFF674548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35E6D5-8D58-1670-A689-2CAC1D186EFD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E77FE31-C2CC-8939-08C0-1A9FBEFB0B4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5A932E6-028C-40A1-6394-A93877528CED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F1727F8-D831-6C81-A129-ED77D0AC3B36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60DBD2-0F64-E89F-DCA5-86E53B7524C7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07E393E-ECFF-9E30-7D99-64A65FBCC61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808C3C9-5C2C-F52B-7387-5CC4560A2EE0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885ED1-9F17-4C0B-1674-7A90127ECA44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FBAAF2-6674-5528-33CE-D3A92ACD0A45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990283-1800-3E46-3BC7-D1E76F4824C4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C3EFF05-AA0E-5C71-DCA8-38225A2E5D91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8C2B34B-2AE0-B42D-1B06-C36F09A252A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E4E5EE1-4C30-029F-E03B-4C9DDF9CA11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50980AF3-A420-5622-1A94-80B8A40A4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DB0081B-02DC-8C58-43DE-D5A017E51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5A46DC5-AC3C-6D3D-D6E3-A8640D9C0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5A092B7-A4F0-DD37-631B-3ADDCC814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F88069C-E30C-6D71-1CCA-C893B2E76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C9B8E65-F8CE-EE9C-4168-0EA5D7B132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0E3E105D-8A29-948E-3977-893B2EC1F5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1D7C491-7486-CED3-D83C-B92FE9FCE1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FB7D5C-3484-8A37-E1D9-ECD6C143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99C47D35-9549-A7BE-07FE-CCCA9434396A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EB9A620-728E-76A6-92D8-BDE704C97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701" y="3623179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F5343B2-60FD-4BF2-BB28-40AA7F47E001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350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5A87-4300-DA0A-5DF6-133F3374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3542-3055-8E0B-11CD-9A87D92B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0DB5FD-D21B-7A63-E846-4DA684820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EDA8-7C6B-91AE-6467-244DB11EE24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ACFC62-518E-C22C-0ECD-D9BBCFABB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E3E7FA-76C3-7540-EB28-7F3C1FB07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7FBAC-018B-0106-EEB8-F90741D57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4414146-4979-6294-C18F-8C844BEF1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6EBD5B8-12DA-48D0-B28D-39D7E3193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CFF1AF-C4FB-DCCC-84D2-7838F72C501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7179EA-3BE5-6D83-DBC1-38DD815D137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EADEFC-CFD9-4048-D677-2C83D507EFF8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032F81-D36E-C1C3-766D-F236DB4476E3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FD270E-45D4-21E0-CA72-7A39BB3F19B6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B341819-733C-D77D-AF17-79DF32AD593B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DED30A-E740-9C47-EFD4-708C8A0E3FE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E0042-BAC8-3052-EB6B-AD79F6A3E94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88AE2-F578-64D5-F850-60197988499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5DB871-B15B-E831-A330-AA056AA3D98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1254F7-6E01-2ACD-927D-B29F44504C7B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351CD-686E-D293-C5D7-610FD550564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392811-0031-76F2-367B-AC1AAF6F4AE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90D413-A3DA-D2FC-726F-DED75524F93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588625-0734-7965-C0E7-B92947AFB7E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FD545B-959F-223A-E539-E2381C4F090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B4B77-70DC-D142-E88C-6F31B58368C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1F3292-CB29-F072-EC97-82650977FCBC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C83ED2-003C-4D37-4E48-D6A2BC74A5F3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BEF13F-3493-9D00-868D-3E4832DB5E2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32341AE-1B95-13A7-2918-51D9B9CDD61C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00B864-D5BB-6B7A-A42B-C20D1CDC1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3133392-692A-3579-8A9C-ED28C17485E6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A2A770-D1BF-263E-DA1A-EE6C2DBB2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3E7BD90-7A0D-2FE1-0811-18BD8ACD8AE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D443FF-A6B2-9DE2-971B-B0F68B18F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FB84C93-E03D-797E-0E57-968D9F34CAC5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D6C45A-EB82-CC4C-DD29-6C2C38F26BD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168B508-A99A-E68A-63A7-70AB6E4C1ACD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BC4264-D5C6-81D0-6662-E073504BC664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1B95561-CBC0-FBB1-5689-F50F7A340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34C4C53-51A6-1B4D-74E0-E550E880B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FFF107F-2EA6-14B7-A894-D63FAE440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A91909-FFB1-9222-02E5-12F7DCF8CA96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8B729D-CE44-5F3A-D707-20A4E27B7F9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D37435-6CC2-014B-6440-B5BFE043BA78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29FF2CE-7DB3-9AE4-ABD6-567FE6AE884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396A66-6619-2B5D-0F7B-1E45AFCC3A6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A5A2CF-9541-9B6A-513E-42273558CE4F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4E9CA2-9A4A-F1E9-D820-4298117913D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FF1CBFC-7AF4-5183-D733-9A8C588206C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CF8E850-0E14-811B-2E56-93D2F97B37DD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681F02-2B6E-CC3C-31DE-EA99FD79F603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BAB8E14-C5D6-F68F-B079-EA34DD61A9A0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02B8E3A-86CB-27CF-A831-8FD62C6DC18D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FC4CD1-4673-EFAE-2847-DC783BB7E7CB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B9914B-4461-9C6C-FF28-ED468FED4F4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60B463-4C07-1D1B-D022-61CDB6B51FD1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2009FAF-60D5-28EF-CE82-3ABDC3F5BFE3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356B67-D09D-1218-3FD2-2ADDA4AE2E94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A7FD2D6-DA91-37C7-EB0A-EEF4DE9E87A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DFE1EA3-5766-27FD-9690-4D0139C1DB5B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ADE2E8A-7484-4276-DB5E-47D55D0A56B4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7440786-1A1C-BE1B-4A9A-AF863F64CC3A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C1223C57-27F0-1716-CB70-9F5EA133E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8B61ABD-9694-4B7D-42D0-0FCA00A45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B87D602-E28B-93A1-D637-13309A1F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5CCDB89-0ED1-566B-62A5-5CFEC8CCB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A0782B4-25D7-929C-2831-4E1EBA1C9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6EFA709-2AD2-05FF-6D9B-FCF66D74D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9B88805-06F6-1316-8517-0BB9CC31A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10098B4-B7FF-1D35-09B2-6044AE62BD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B6ED499-918A-F88C-CEF0-664FFFCE7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67721E75-9C56-1724-BF09-DC850089370A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9EAD807-A79D-49CE-3C22-F4E97BF250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701" y="3623179"/>
            <a:ext cx="5329277" cy="79796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87BF37-BA07-B10E-F795-280839078AA6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6096000" y="3354557"/>
            <a:ext cx="857227" cy="53768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71D6FD5-3E8D-6CA3-1C69-C87978AE67C8}"/>
              </a:ext>
            </a:extLst>
          </p:cNvPr>
          <p:cNvSpPr txBox="1"/>
          <p:nvPr/>
        </p:nvSpPr>
        <p:spPr>
          <a:xfrm>
            <a:off x="5182050" y="2985225"/>
            <a:ext cx="18279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 name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B9C72A-4D08-3DF5-FCF2-B0964987D28C}"/>
              </a:ext>
            </a:extLst>
          </p:cNvPr>
          <p:cNvCxnSpPr>
            <a:cxnSpLocks/>
            <a:stCxn id="83" idx="0"/>
          </p:cNvCxnSpPr>
          <p:nvPr/>
        </p:nvCxnSpPr>
        <p:spPr>
          <a:xfrm flipH="1" flipV="1">
            <a:off x="7368209" y="3986545"/>
            <a:ext cx="120319" cy="954288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72F8D18-B04E-8F87-FB82-E894CB7621A4}"/>
              </a:ext>
            </a:extLst>
          </p:cNvPr>
          <p:cNvSpPr txBox="1"/>
          <p:nvPr/>
        </p:nvSpPr>
        <p:spPr>
          <a:xfrm>
            <a:off x="6574578" y="4940833"/>
            <a:ext cx="18279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Computer (host) name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E5C2D0-0ABE-54D3-5246-16A22E39B414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7633252" y="2880097"/>
            <a:ext cx="397566" cy="101214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2A6F452-8757-3DBD-C67D-A6DD8D2CDC70}"/>
              </a:ext>
            </a:extLst>
          </p:cNvPr>
          <p:cNvSpPr txBox="1"/>
          <p:nvPr/>
        </p:nvSpPr>
        <p:spPr>
          <a:xfrm>
            <a:off x="7116868" y="1956767"/>
            <a:ext cx="1827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Current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699A29-E8E8-D3C2-E004-FA26B7A884B3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679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8C70-2A21-37F6-31B8-8314A43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A9B3-7A3B-F1CA-F719-01542A42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4A97ADD-555A-41F9-B640-FC3131F22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FEE3B1-5952-4B72-B40D-62ED3100D7C3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7E7862F-A390-E62C-E524-20945881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5A7777E-4B53-C49C-AB3E-CA6B2D84E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6B28E53-D14E-06DE-B476-841C6E2A5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5FFF93-6B4B-B86F-7D51-BEEC9EE7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2263659-72A0-9F33-2590-F6A17E517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082A80-B6EA-7786-278E-77862E2FE48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01A3E8-B423-F681-A2C8-EC61BACE919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870E18-4C31-FB01-26DA-428E9E65178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09D0A1-7340-0517-C026-D5FF8649C6B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FD71B4-A36C-304E-FB52-0ECE28A128E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79BF3D-751C-3B50-ABC7-A08BF3DC6589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7D86B0-B0D9-2B0A-10E4-B58AD3872009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29B43-AFE9-9CE9-C400-91273A1FD0A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C23E6-96F5-0B90-16FF-FD4463DA9CA6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E3BFA5-5112-3218-04ED-FA8203404B3B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179883-58D5-B1F0-C657-0220C2291240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5BA0CF-E1E0-4CF8-1B9A-D4451CDA2E3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D13412-CE1B-DE1B-13FE-D0E92BE8559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A6B97C-3F81-341B-2F67-0B42173C5245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DB6490-C6C8-17B2-5FF6-2D94CE39D0A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9C8D7D-7BCC-2B8D-8A15-C0C861525DCB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9D80B8-85C7-D29F-1150-5AB3469F5C65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E091A5-BEE8-A224-511D-C4B0793AE65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40C527-F97D-4FF7-5DEC-E184C3E05147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3CB2F5-523C-6AC3-B2BD-5F324A838A80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CEE84C-7A71-A6FC-149C-E91D552BFFB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064AB1-984D-3063-A2BE-36259EB8F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7B43945-C82F-DA00-8625-C0C560453FB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8993BE-4ACB-6265-A3C7-AA3D5E0A6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303C6E-6903-48FC-7819-6905E168F8B5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23A2D5-4495-AD94-7BC3-7BC87C589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BBD2098-CBF8-6B95-AA05-722A887763AF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ED476D-E89E-05B8-B0B7-578A77737AF3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36BE2C-8368-654B-68A7-1ABC766FFDFE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FF4A45-CADE-535C-7ADB-F8A5E1493A3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BCF4E9-03B8-0425-D7FD-A5E262E9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949D09-7879-5A59-71CB-5026D4A8B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1CDC51E-3D96-1E90-1473-DB1D87E8D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F616D6-1269-BF76-9D68-D5E1738D1D8D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A911CD-DBF7-6A78-172E-79EFC46EAC14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60C688-22EA-36F0-4E86-CD8FAFA9F76C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70E933-E3CF-5CDB-7D22-29A9F5D1D32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50C921-1C5F-EA3C-DC03-287AFCE2CF1F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B13655-0235-96E3-650E-3746C3A053BD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FED102-FFC0-53E7-FF04-8BFD5AC633C1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5A47C8-5725-7EA0-B8FE-0F5C863DC5D7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2CEB533-9973-EF71-7E24-5D870C9904C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48B9361-F96F-1A2F-53DB-4C554FA653C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862C6C1-7D0F-4E84-6270-A58B3D053B27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30C1F8-E926-8190-EADC-6260CD61181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A33FFDB-AD26-F675-5C54-5BBF84797FE6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E35A3A8-445B-F838-3F71-D4B1065CFDC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656357-30D0-26DB-50D2-3F14E1D77263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81926A-6AB8-EEA0-A661-319BFB48545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F9AC90-9984-4B95-85B5-48DB05EEFA04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2B751A2-DA20-7F6A-F4D0-BA6D38495D0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792F0DE-D8A2-3D1A-17D1-3BBEBF56F682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A52B02C-BFD5-D760-1A9E-3760789899A5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31B4546-CCE7-E650-2B57-B33E9F118A0E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B65DE7D3-BB7C-D943-6790-6C51F4AE4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D0224F-C7B8-AAB2-5C47-1E509A511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B698F0-771E-ACA9-01B4-8532B4B3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BBB3217-1762-4393-BDED-FE7D7312A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0015615-500D-F7A2-64F6-22D0F4567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1A55A1B-48F3-344E-39E8-70596D642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7825824-D068-C044-11B7-18FA53C7B7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5A782E5-8D73-11E0-C28B-0DC7517C05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401021-4E54-3FD4-F9C1-81A6805D3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8A49B946-F07C-F201-FBCF-3AD16F19D447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360151-B1F9-141E-F266-D1D68A4E9AD7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C8C7C4BE-E5F7-56CB-E4A3-EADEEA615C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DE4F824B-10F8-FF56-5815-7CDF387FB44B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850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8E83-083B-7E6A-1144-009289D3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F2D8-DC86-F7D8-0737-AE0073E5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A80224-A355-9AF1-E797-D8CD26AAA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CBD2A7-F964-ECBF-BF3C-299B2437C3A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16FC18-EEF4-D58C-22D2-2CC62FF1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7E6C4F-691B-4ACE-F136-3B74BDCE4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957B24-5F28-7AAA-C942-69C01EA7D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BE282B-C78E-EA85-9E82-D4C43E91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7CE92E-65F3-1E9A-3577-A6004A51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74C3E6-A1FC-FB0E-37D4-B46D413969E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5A9F11-0F3E-5D52-9CFB-5B67A2208A5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5C94E6-6CA6-18F4-9C9C-DD3DF2A5637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679913-93E3-6D3F-5FC2-74B992E9318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B2B39-40FE-9138-E5C1-1B58D5C64991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5FAA3F-0D4D-2B1D-B4EB-03475C2799E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51489-8839-B49F-2225-F5BB563A6A1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83837-0FBC-14DB-F311-62AB0AAC964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AB140-5802-27D5-D38B-040F424C13C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CFBBEE-F2EE-FC22-C783-B27F06F78B6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854478-5280-938E-54F1-E6C76CA8C8A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72749F-2ADB-6DF2-71B1-3360314BDB4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2C58FE-8FB1-B84D-33BD-E979E7E4753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8BD85E-A2B1-C21E-5CC6-F4AA1023146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01E82E-F43B-9760-199E-65BA31A01BEE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34455E-4BB2-BD98-74E8-E2403874551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6B20FA-0782-D694-5F27-5D345360790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80E6F3-E3D9-6989-4AB9-339FFC27C02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320A94-A1F7-1812-B45F-5C7F0B4F94D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005ED6-BAA3-FBFD-129F-39B7A0700145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DB4AE-AC9F-CC9E-CD56-176A7C173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8F5670-92FD-463A-16DC-019FC298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33E3F3-E36F-7161-1E79-B2DCDA3485E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DC7F39-1202-B330-8CDD-F96EFA9DE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38EC83-48E1-0BE8-538B-279B94D29C9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3BD09B-93D7-F07C-37F5-A4925347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5434DAD-466E-E129-00B0-36ED81119A4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A91447-00BE-42C3-41E4-3A6FAF3C3A0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177BB2-8D1B-4017-0EDB-67B78E6B20B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E88883-24ED-9CE0-3C64-FCCA0924F5D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7B5E33-82CF-A5B9-6572-77B73C1E3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9713DA-42F0-85C3-2FD3-7A2527E3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4D2394-FD94-790E-BC69-4E5AF14A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B06DE2-7A1D-0F6F-9446-FF191C9A19B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01F58F-97C5-E74E-B036-DD411C38C6F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8767D5-77A1-1DF4-4D46-F4E8397D682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DD741AE-77D0-893F-6C85-358D780F83A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AC2B8-B761-6A5A-F1C8-4C03190161C9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C51D2-7305-8F98-3026-54165E3E7BD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576DDC-6DB9-B912-0CED-285C6805241C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4CE785-E853-7605-466E-B3D6CEEB52E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C8D126E-7B7E-FE83-3BA7-DAD9C2F6EF7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3CA652-4BE5-E1D2-3893-B85BE5D0671A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907AFC-3853-8834-D29C-2EE88A76FFA1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34E212-124E-0B71-155F-5DA0348E8E6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68C3820-95AC-6A8E-8402-598FACB2084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061BA8-D429-0235-B759-B69D96327BD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D5FB2F-AC54-556C-FC96-60EF37D0EA3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291D04-F2F2-EEFF-90F1-099E9DA0FE2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FA380B-E48D-ACBB-1245-5B66DE4561E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DDCC849-7662-A025-E58B-AC298BC8EC8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DBABDB-C4B7-34D2-AEF0-7C7F6157597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47485C-28B5-A842-DC40-0512A870385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D94DB82-4A9F-7C2B-22F7-C0B8BFD2CB3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EB3C160-5F57-52BA-A681-21F92C77D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2095773-0756-03F1-D8B2-E30359CC4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F7F7C59-E884-8A89-3C85-92D1EB4C6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DD37A3-0974-F697-E0C9-59434D36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4966A81-07C4-2A64-4B21-2FDB92B7C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9FDEE03-3483-2E7E-03BE-5CB203BA1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5F892FB-0429-29C2-8ED8-7DB6F1BEF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DE7233D-FD05-F40F-B0ED-F13134D51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B8DC6E-6BCE-CF12-F77D-373A084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C1ABA8D-BB25-CABD-7DE5-CB1169630206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DFF55E-E3F1-3790-8A43-620FCD0E0954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0BFD-7C5E-264E-7324-1A1ACCB50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7FEFA-20B4-001F-2820-B8B5AD804A2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967A20-8E3E-B4D2-DE95-C418E574152E}"/>
              </a:ext>
            </a:extLst>
          </p:cNvPr>
          <p:cNvSpPr txBox="1"/>
          <p:nvPr/>
        </p:nvSpPr>
        <p:spPr>
          <a:xfrm>
            <a:off x="5234597" y="4923183"/>
            <a:ext cx="6414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program that is run by typing its name into the terminal and hitting 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common commands relate to navigating and manipulating the filesystem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DD7C4A-C1C6-83CC-2B5B-1DA9F29E0B12}"/>
              </a:ext>
            </a:extLst>
          </p:cNvPr>
          <p:cNvSpPr txBox="1"/>
          <p:nvPr/>
        </p:nvSpPr>
        <p:spPr>
          <a:xfrm>
            <a:off x="206710" y="33231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68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1ADC-C695-CA05-104B-DA363C8F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7C96-31EE-B796-AB56-0CA8B88A3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110707-D598-401A-6520-8F98259E7F26}"/>
              </a:ext>
            </a:extLst>
          </p:cNvPr>
          <p:cNvGraphicFramePr>
            <a:graphicFrameLocks noGrp="1"/>
          </p:cNvGraphicFramePr>
          <p:nvPr/>
        </p:nvGraphicFramePr>
        <p:xfrm>
          <a:off x="371889" y="2230413"/>
          <a:ext cx="11448222" cy="3032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9174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656475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List the contents of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b="0" dirty="0"/>
                        <a:t> 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Change the current working directory to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Create a new directory called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b="0" dirty="0"/>
                        <a:t> within the current working directory.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Move the first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 to the second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. If location is the same, this acts as a rename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Copy the first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 to the second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509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4B3B-9CAB-2FFB-F77B-AD8D9282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C69D-77DD-95B9-EA4D-81FB488A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2DD5E-4C4F-A8C1-F80B-A2D5FCC95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229043"/>
              </p:ext>
            </p:extLst>
          </p:nvPr>
        </p:nvGraphicFramePr>
        <p:xfrm>
          <a:off x="371889" y="2230413"/>
          <a:ext cx="11448222" cy="3032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9174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656475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List the contents of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b="0" dirty="0"/>
                        <a:t> 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Change the current working directory to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Create a new directory called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b="0" dirty="0"/>
                        <a:t> within the current working directory.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Move the first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 to the second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. If location is the same, this acts as a rename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Copy the first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 to the second </a:t>
                      </a:r>
                      <a:r>
                        <a:rPr lang="en-US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b="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439E189-F52B-9209-2538-6DB11C2A940A}"/>
              </a:ext>
            </a:extLst>
          </p:cNvPr>
          <p:cNvSpPr txBox="1"/>
          <p:nvPr/>
        </p:nvSpPr>
        <p:spPr>
          <a:xfrm>
            <a:off x="2713382" y="5592808"/>
            <a:ext cx="5837583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commands are used in the most common shells (bash, PowerShell)</a:t>
            </a:r>
          </a:p>
        </p:txBody>
      </p:sp>
    </p:spTree>
    <p:extLst>
      <p:ext uri="{BB962C8B-B14F-4D97-AF65-F5344CB8AC3E}">
        <p14:creationId xmlns:p14="http://schemas.microsoft.com/office/powerpoint/2010/main" val="11602446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0BC6-EDB0-6801-470B-AAB52F12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8A14-E228-E6C0-01A1-0B0BB8EC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working directory</a:t>
            </a:r>
            <a:r>
              <a:rPr lang="en-US" dirty="0"/>
              <a:t> is the directory you are currently in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937A9C-D631-C722-781E-2640D04B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A7918-8D98-2678-2942-9A3F6762EC4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9D49A8-6369-04C7-DC4D-6196728BA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36C6328-DD5F-D82B-F98E-0C2DC318A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D212956-6C3B-8894-F1C8-859737F43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0318A2D-7BEE-F305-157C-5DAF51E3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F4AA5D-C776-4A57-1D62-F6D7EB8E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187865-2BF9-128F-5A34-B3331848DDA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49A1DB-8DDE-D3C9-381D-463D2C9D1723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56A346-CB0C-CF64-AD9D-5619BB04EC7B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A8DEB5-7D15-07CE-A523-441791AA2B30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08756-6B3D-DB62-7EFB-B79041CBB35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9B28F1-AF3C-B613-F327-0FE2543C59B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F69953-CDA3-DC41-569C-56543B4E1BA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4E2EE-BD4A-B29E-5CD7-0212DD4F304F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B36634-7D86-56FB-4FE9-EE9164AE35CD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22C215-9F7B-2092-825A-FC6D58A4B1B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748A36-A931-0F90-106F-A9A09194EDF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012C0E-8A53-FA8D-4E01-AAF4D9472B50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B580A-2F90-A59E-F961-07C63D6936D8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2DC82F-3F7C-105F-D0C7-E997A70D8E1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F455C9-E084-79BC-10F2-17EF072456FD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8542D4-EC61-6C24-14B5-B7CB0D51F0C3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58E5C4-B1F6-9281-A8D5-A630A394C821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E26AA1-1F06-CCD8-8BF8-93E8595D54E6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AE8B71-871C-9679-8F6B-7BC6A20049A8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190351-AE0D-C83E-210F-787144F4C78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6B55E1-B189-F0B1-80A8-B49F03EFE8BB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87DAB88-34D6-6999-94F4-4ABA9C4E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38E839E-AAB2-E0ED-BA41-54A914DA4669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D0A408-3E1B-0EC9-4B64-A5B03C3B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2FE2F44-7CA2-901D-E60A-560A1B972766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6E38CD8-7AB4-C553-7AFB-BE171E4B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6E8EAC0-8EAE-B5A6-2848-B05CB367658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9AC4A8-B7A0-2097-A6D3-62A076223E1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B82F471-B1F8-9795-D93F-2A30740D730A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653A11-2963-7C43-D948-EA0D7F6D0591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F99CFB3-B1C8-AC41-6713-10105EBA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8894FDA-250F-6A8F-C6BA-114FDFAA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C6D0911-8AA1-CCF2-77F5-2C8245297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FEE3CDC-19D7-9421-33A5-103F106A270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4FC7810-5E0F-1BCB-A95C-B3D54565F53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A54907-FF56-5F93-04E0-3D116A6C1009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6787340-A415-7084-EE3E-0F682A46A4D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BC06F0-FF77-A638-B770-0999BA1EA8CE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0C93A-FD22-ECD2-EE38-4378965E7BC6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B026E46-900A-24DE-2D25-69A5402FF9B7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EE3A28-2345-9A24-A0D5-C5E6A659703B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BF303B0-BBFB-F9FC-5ADC-790EC84F9D69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BB9B01-7C2E-238E-2337-31CB71C7468D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64BDBA9-0A2D-0111-AD91-A2C23436384E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C36EDC-7795-CFB7-02CD-1DCFC5B604F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41C7903-0358-8015-5CA6-BF86A0F637ED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ED89436-7807-4AEB-F2EA-E0689551BBC3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B9D2BBF-750A-A471-412B-DBE1D78BDFE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5062FCE-2834-A1DF-4215-D12230351B61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4E70BB-3DD3-E3F0-A4EF-61D8DA81944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3B328C1-3B87-45AF-D2CA-2DED300D94B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310D549-5422-6292-1FD3-AEFC941744BC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1889F9C-3142-9764-E17D-B786B0070A0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4C03781-E953-22B2-9D9F-06FA37E5A379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42E8BD33-F717-C34F-D47B-9417028F6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5DFAE81-438A-235F-9963-D5E4DF1D8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B7826F1-2814-0406-6921-466A8895D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613814-9E61-8D9E-8402-EE1520FF1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01830D2-7626-4A9D-6863-A98EF43AA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F85B45C-514C-D747-D5C6-92E869E54A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74BDBB6-6351-6C4E-AE50-DB07594F37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D8C0914-B064-9CE5-4948-52C67913BA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EDE0CB6-DAF1-F38D-0ED5-6266415F1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A59A6DF4-813D-1BE5-9A38-8E2F98F7A352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EEF1B4-B395-54E3-D916-790C26F1D79F}"/>
              </a:ext>
            </a:extLst>
          </p:cNvPr>
          <p:cNvSpPr txBox="1"/>
          <p:nvPr/>
        </p:nvSpPr>
        <p:spPr>
          <a:xfrm>
            <a:off x="7808214" y="2734881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 err="1">
                <a:latin typeface="Consolas" panose="020B0609020204030204" pitchFamily="49" charset="0"/>
                <a:ea typeface="Source Sans Pro" panose="020B0503030403020204" pitchFamily="34" charset="0"/>
              </a:rPr>
              <a:t>pwd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display your current working directory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DCE77D7-D736-7033-8216-25643D229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377" y="3476788"/>
            <a:ext cx="4994548" cy="1201498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20A0349-6143-17AF-0F99-7AEE8CD06B5E}"/>
              </a:ext>
            </a:extLst>
          </p:cNvPr>
          <p:cNvSpPr/>
          <p:nvPr/>
        </p:nvSpPr>
        <p:spPr>
          <a:xfrm>
            <a:off x="1746260" y="3953000"/>
            <a:ext cx="935505" cy="710440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C758747-FF6A-9251-927B-499FF7DA6D51}"/>
              </a:ext>
            </a:extLst>
          </p:cNvPr>
          <p:cNvSpPr/>
          <p:nvPr/>
        </p:nvSpPr>
        <p:spPr>
          <a:xfrm>
            <a:off x="6910269" y="3965836"/>
            <a:ext cx="1306079" cy="334494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F9DDD8-505B-DDD6-070F-54BBC46A0F5D}"/>
              </a:ext>
            </a:extLst>
          </p:cNvPr>
          <p:cNvSpPr txBox="1"/>
          <p:nvPr/>
        </p:nvSpPr>
        <p:spPr>
          <a:xfrm>
            <a:off x="5234597" y="5109154"/>
            <a:ext cx="6414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say we are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this directory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(/home/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gregg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then move in the filesystem’s tree</a:t>
            </a:r>
          </a:p>
        </p:txBody>
      </p:sp>
    </p:spTree>
    <p:extLst>
      <p:ext uri="{BB962C8B-B14F-4D97-AF65-F5344CB8AC3E}">
        <p14:creationId xmlns:p14="http://schemas.microsoft.com/office/powerpoint/2010/main" val="1630442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6CCC-1A8A-8555-FD00-04C99752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DE39-DD03-4869-147E-C615B5FD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We use the change directory command, </a:t>
            </a:r>
            <a:r>
              <a:rPr lang="en-US" b="1" dirty="0">
                <a:latin typeface="Consolas" panose="020B0609020204030204" pitchFamily="49" charset="0"/>
              </a:rPr>
              <a:t>cd</a:t>
            </a:r>
            <a:r>
              <a:rPr lang="en-US" dirty="0"/>
              <a:t>, to move around the filesystem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9EB09F-9528-6091-EF87-FF67C624E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0774B-4D2F-CAF3-66F6-60E089E2EF7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F08E93-C583-BAF5-1791-297E9CAF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753BB8-D955-0F29-E02C-6BE534DF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153639-F0AC-4C8D-0871-2DC75A68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ED13C65-9218-8BF1-3B05-624EFBFB8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44E6BF-F9C8-F0E3-5768-EE9D15DEC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00856-C224-A169-611B-E6689B9F6A2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B26B44-E403-C518-50AB-390E4869FCA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4CF0F8-05E5-97EE-C6D9-6A2F15EF7694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B6FC37-AECD-DFF2-8615-381E687C6C2D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C5A04-A84F-B59C-2B1E-4F285EA18F3E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AE0320-2821-D267-B795-77620C848D7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88B18-17D8-12A2-2F54-EB1A5559F3BD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FF6ABE-BCA4-136E-C040-A1FC6852B3B3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5077A0-4CE3-6BA6-C7D3-EFB98DD1469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F83F94-6BA8-25A9-E4A4-FEEE544C4B89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866D45-69F0-16D3-AE04-D0984281925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63105A-04CA-46A3-1806-3B748BBFBD74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4983D5-F564-0E16-7E6A-4CAFD8669120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06524E-F865-17A5-9A5B-EF0E78F9D500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501D33-F2E3-C428-60C6-81D7286C322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B25017-CD45-79D4-91FA-59421C8830A2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3F3A28-EE9A-47E7-F983-668ED564D6B2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44BE61-3EC9-0489-62BA-46AEEE55328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A16B35-7EDF-89CD-35BC-18ABB3EE854B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79638E-7A6B-785F-B207-6BEB41FA1F8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1B33E-559F-2A51-17D4-44F528AAFB33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7089986-1B47-E2E7-01A1-5E2754FEF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0A0633-F6E2-3F27-5D9D-FDAEC8D1854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291290-4028-4476-30D3-6FFFF9E7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DA665B2-CA12-F51E-29FB-41B275A939B1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79B45C-DA7B-E9E3-CEAD-8ACBA8C9A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625E9BE-B2B6-5FAC-6FE2-B876F25F0997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BE5A25-6006-318A-9B1A-EEBD925D1EC0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6A31D2-8D12-A992-ED81-DD4B3F3A0BF6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5318A6-7D8F-B740-F5B9-D5BB1E9EAF81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D3CB335-84C2-D3ED-EBCB-6B09706ED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6F899C6-A31F-8F8F-E588-18848A42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0AC1F45-B5E8-72A5-8D8C-A2683D3C4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003045-219F-64F7-CD48-EE61027AB9CD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F738AD-C768-AD1B-61AE-BDF2573BABD9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C3EC0A-4BBD-78A3-1B70-24A6A22AF9D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02C94BA-1B12-9BD5-2E6F-0D7DDA2C70A4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4AAB42-233C-5629-84E7-EF1E63EF78C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94469D-FDD1-E150-5C91-F9FEEBDBFCB7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AC3517-61AF-D75B-536E-D6D64B851098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8A5123-FCFB-0AE7-25E7-DB254F95390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57C0D2-3B39-4DE7-0654-E7FD2E6160DC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30D479-73DE-1340-BBD4-C8B1B3F161DE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62AB30-6069-CCD4-EE2F-6390021118DF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64C977-F7C3-2B3F-D208-8145921FBF25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06D3C5-38C4-81C9-3330-D83AC9E7A6F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7E71BBF-1B03-2AB1-5CDF-A97ECAE258B3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3CD832-51E3-BDAA-4B24-29D69A5AB27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B46DB1-2842-CB83-38B0-C7AC685C1597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7CC101-772B-E910-C344-C41F14290815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8683B7-19F0-9490-4A88-EDFE078B2009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69142A-48EC-4BAA-923F-0EADB0D0D8A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288EEE-4383-BA66-CC14-CB273880C0E9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AE68EC-2827-8562-D22C-A8FC0DF9CC2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87F9AABE-65DC-1A9A-BE35-8753AF4CD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FEF7E9B-E839-8CCA-E02B-E60C289D9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2290AB3-0B31-6325-2B67-87D0FB9E6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6C564F-E1CB-6C8C-367A-7140A336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341000E-9A8B-5949-BAAE-73A6214DB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68BC2C9-6CC9-6219-AB93-2E01A2FC3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E646211-D2A1-1D72-1A1D-3481CCE942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963069C-E339-FB42-49D0-423F302773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ED341B4-1123-7E03-9B74-C3B2B9DA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429871D0-9229-C3A0-7D67-AA17F476B8D8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2E3AC3-9867-8C87-2336-B2C85F28A521}"/>
              </a:ext>
            </a:extLst>
          </p:cNvPr>
          <p:cNvSpPr txBox="1"/>
          <p:nvPr/>
        </p:nvSpPr>
        <p:spPr>
          <a:xfrm>
            <a:off x="7808213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change your current working directory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A2FF178-7329-BCA9-FD7C-19714FD9F06E}"/>
              </a:ext>
            </a:extLst>
          </p:cNvPr>
          <p:cNvSpPr/>
          <p:nvPr/>
        </p:nvSpPr>
        <p:spPr>
          <a:xfrm>
            <a:off x="1746260" y="5070488"/>
            <a:ext cx="935505" cy="710440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FF3029-ADD6-333A-F915-01FF74030F98}"/>
              </a:ext>
            </a:extLst>
          </p:cNvPr>
          <p:cNvSpPr txBox="1"/>
          <p:nvPr/>
        </p:nvSpPr>
        <p:spPr>
          <a:xfrm>
            <a:off x="5234597" y="4891220"/>
            <a:ext cx="6414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Notice that I did not type the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path from the root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e.g.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cd /home/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gregg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/documents/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), but just the path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the working directory (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cd documents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Most shell commands accept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relative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but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absolute paths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are always acceptable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180DC3-D745-F8F0-75AA-73F6014182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0803" y="2904360"/>
            <a:ext cx="5318129" cy="187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3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8CFD-E9D3-9F52-C1BB-4B0685C9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165A-E33B-EF1B-98A5-171ACF71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Moving backwards with the </a:t>
            </a:r>
            <a:r>
              <a:rPr lang="en-US" b="1" dirty="0">
                <a:latin typeface="Consolas" panose="020B0609020204030204" pitchFamily="49" charset="0"/>
              </a:rPr>
              <a:t>..</a:t>
            </a:r>
            <a:r>
              <a:rPr lang="en-US" dirty="0"/>
              <a:t> shortcut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9470891-31C2-F327-5250-DBB206D3E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8E71D7-8DA6-DB40-1223-D1583C84021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A0E69AF-9849-4859-68D8-3A019F84B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5D2B251-F88D-F76A-E14B-CBCB6A2BC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97A530-38B6-1F11-E2EC-150F34A9E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034F850-4BCA-3137-26B8-11DB8CBE7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05EB41-2063-BFD7-97FA-F3EEF3F92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7B1E5-8447-299D-E43E-FB41AD7953A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1C247B-7A22-DCFC-AE0C-4E4F584951FB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52CB9A-86F9-66C1-7B6C-519FD40B8D33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1B6801-2BFE-945E-9B7C-5C5394781F96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30A9EE-0ECC-F547-6192-51940A32DFC7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46F75A-7093-43A1-2817-2322B9AE2685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9E4F8-14A6-5D34-B349-829E1C23266B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B43366-0507-4D56-B22B-5ADAB7EE1EE7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93652-FFBD-64E6-F9D6-7600AE12B56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6050C5-858D-3D34-3F72-89769E2D547D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462169-575F-EBE5-E2E0-75E0CAB53293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4DA852-AB98-0A0E-B35C-CE18F1833AD9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5E2E0D-1E13-9187-1C35-E7A1CA582F8D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C7FAE5-1A3D-F8B0-F91E-114B75B296C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1A3FFC-F24C-BD90-1FD6-F2CC363E9CC9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4BA191-D46F-1594-AA3B-989605A81AC4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0CAC8B-7731-83AC-CA4F-8B6873BD50A9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420E20-6B8D-2A7B-AB4C-3B48F0A428F5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5661F7-3952-B4A7-82E7-ED2D72242D9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14F483-F83E-DD50-337E-812DAF7786A6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977A69-A79D-77B5-2F6D-14175EE7CCFD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FE99C3-A8BA-2237-2CB5-0314EA7E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847E9CA-584D-E85A-C041-AFA18C3B689D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C6E565A-BAFB-AD34-BD0F-9997E879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BDF5E03-2D41-FEA8-A557-D053FA41592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F500980-C90D-948A-1015-D55ADFE3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B83C15E-EFF9-7F95-39CB-05448A8263CD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E94F67-4CF2-5F1A-1D40-8AD86C1232F9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C3AB52-4003-608F-7F17-ADADE2552F6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8E9F5C-DE1E-65A1-099C-7BA377A9D24D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AF52E8C-4D21-6F4B-13D5-45F91917A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46BA1CD-7B89-68BA-906B-DC4A93CF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9D9CD95-E5D5-5E89-F0E4-311EC8DA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F55A63-A7EB-7D47-EBAB-7FA079D3A42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80BDF5-966B-D326-5DE1-C3C2EDA59401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1DEF7-C6B4-414C-407C-B0FFD1D5E00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F5DF265-63B0-2B4E-2E31-02307E867AE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AAF987-0C1C-9A21-586F-5400C3618331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08A1F5-2029-35F2-734A-D16D0279B587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2F5473-80C6-2893-513C-552F57611543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22F1F5-0007-6499-28A6-C2DBA6A7E854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1117E1-0C0C-50DF-CE75-E4BAA1628670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D48B703-A505-25F5-E630-F9E636FC9890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5F8213-F0F4-43EF-30F1-44BF231A20A5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9A136A-CCFE-34D7-ACE7-D2DC15975933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7B01DE-96C2-7884-97D3-8C3CAF1CC42C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79CC9B-C21E-EB1E-C623-C2900F8D94D2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A4A369A-E21D-A82C-D94D-F949F06D926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EC942FE-7626-7335-225C-DDC0001AA09B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A866D0-79B6-AC55-8F73-4285FB735C73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BDB4FC-902A-FBD1-68D1-580608F9AC5B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BBAEA21-11DD-483F-B13E-F6FA680E4D46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65A4945-697E-1D4B-0B9E-629EE1A440A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181B690-8C54-B2D5-FD36-D887A5E89BDC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9563772-246B-6363-8B95-26F9670B8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8609F9-41EE-C885-DB7E-26B156A50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6CCE69-83F9-09E4-E28F-30745D452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D6A1722-581A-844A-C1D6-490EBB47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3808735-0E50-9304-07DE-F6AB0F71B0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995B995-26C5-5684-94E1-B3968DB2D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429C89A-9BF8-DBA4-0CBB-3E4EB68DF4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FD9CB9E-DC0C-612F-AA04-EC14EB3AA0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111EAB1-BDD8-785C-BD45-0C5010E4B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DFE64C64-AACC-52BC-F3FD-8BFCF4E283BB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AFA8C1-E826-D795-CA74-A7C4C9F58618}"/>
              </a:ext>
            </a:extLst>
          </p:cNvPr>
          <p:cNvSpPr txBox="1"/>
          <p:nvPr/>
        </p:nvSpPr>
        <p:spPr>
          <a:xfrm>
            <a:off x="7808213" y="2141433"/>
            <a:ext cx="316331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move up the directory tree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BD230A14-C639-E9BE-431B-429B602BD1B9}"/>
              </a:ext>
            </a:extLst>
          </p:cNvPr>
          <p:cNvSpPr/>
          <p:nvPr/>
        </p:nvSpPr>
        <p:spPr>
          <a:xfrm>
            <a:off x="1725431" y="3972779"/>
            <a:ext cx="935505" cy="710440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9AA28A-FEC7-7FA3-6DBA-9C19A1040229}"/>
              </a:ext>
            </a:extLst>
          </p:cNvPr>
          <p:cNvSpPr txBox="1"/>
          <p:nvPr/>
        </p:nvSpPr>
        <p:spPr>
          <a:xfrm>
            <a:off x="5397674" y="4835079"/>
            <a:ext cx="6414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..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used multiple times when constructing a path, e.g. from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documents/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I could type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../../</a:t>
            </a:r>
            <a:r>
              <a:rPr lang="en-US" b="1" dirty="0" err="1">
                <a:latin typeface="Consolas" panose="020B0609020204030204" pitchFamily="49" charset="0"/>
                <a:ea typeface="Source Sans Pro" panose="020B0503030403020204" pitchFamily="34" charset="0"/>
              </a:rPr>
              <a:t>tim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end up in the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tim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user folder (if I have permission to be there)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 from documents,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cd ../music/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would put me 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music/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folder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04B431E-31C7-10BA-F108-7AA64EA63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6222" y="3334987"/>
            <a:ext cx="5163734" cy="13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031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9B23-08B5-2D3D-E66C-0F2B4A40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Directories and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DF8E-F877-A21C-0004-F6A2A1744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file?</a:t>
            </a:r>
          </a:p>
          <a:p>
            <a:r>
              <a:rPr lang="en-US" dirty="0"/>
              <a:t>What is a directory?</a:t>
            </a:r>
          </a:p>
          <a:p>
            <a:r>
              <a:rPr lang="en-US" dirty="0"/>
              <a:t>How are these things organized?</a:t>
            </a:r>
          </a:p>
        </p:txBody>
      </p:sp>
    </p:spTree>
    <p:extLst>
      <p:ext uri="{BB962C8B-B14F-4D97-AF65-F5344CB8AC3E}">
        <p14:creationId xmlns:p14="http://schemas.microsoft.com/office/powerpoint/2010/main" val="1129550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3B0E-1014-E0C2-973B-6AB62945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D5D3-E9C1-CAF2-A64C-91CCCC318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addresses for files/directories</a:t>
            </a:r>
          </a:p>
          <a:p>
            <a:r>
              <a:rPr lang="en-US" dirty="0"/>
              <a:t>Relative vs. absolute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69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5346-7909-B09D-5147-BA101640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the computer via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59EF-0415-D4DB-7491-C05A85E5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give more detailed instructions</a:t>
            </a:r>
          </a:p>
          <a:p>
            <a:r>
              <a:rPr lang="en-US" dirty="0"/>
              <a:t>“Universal” </a:t>
            </a:r>
          </a:p>
          <a:p>
            <a:r>
              <a:rPr lang="en-US" dirty="0"/>
              <a:t>Examples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26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0033-DDAB-B932-116D-4630BEE3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D1A7D-A95C-86E2-00F0-1C4D0A4B6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Shell, command prompt, terminal, etc.</a:t>
            </a:r>
          </a:p>
        </p:txBody>
      </p:sp>
    </p:spTree>
    <p:extLst>
      <p:ext uri="{BB962C8B-B14F-4D97-AF65-F5344CB8AC3E}">
        <p14:creationId xmlns:p14="http://schemas.microsoft.com/office/powerpoint/2010/main" val="3432422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D603-B2F7-5E47-5BD7-027ED854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C2C7-35B5-CEE0-238B-6A6482D11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Cd, ls, </a:t>
            </a:r>
            <a:r>
              <a:rPr lang="en-US" dirty="0" err="1"/>
              <a:t>pwd</a:t>
            </a:r>
            <a:endParaRPr lang="en-US" dirty="0"/>
          </a:p>
          <a:p>
            <a:r>
              <a:rPr lang="en-US" dirty="0"/>
              <a:t>Relative vs. absolute paths</a:t>
            </a:r>
          </a:p>
        </p:txBody>
      </p:sp>
    </p:spTree>
    <p:extLst>
      <p:ext uri="{BB962C8B-B14F-4D97-AF65-F5344CB8AC3E}">
        <p14:creationId xmlns:p14="http://schemas.microsoft.com/office/powerpoint/2010/main" val="1300114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6C49-03A7-FB29-D0CD-DFB3E575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87625-A3FD-E5BA-FF34-264CA91A3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9CEF0-5F01-40E0-B287-57FBAC9F4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11" y="1543878"/>
            <a:ext cx="6399577" cy="44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527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3447-E87F-4FBC-A2BD-A2C4DC82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A9CB-F6CB-D9B1-18D8-A0AF19BC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directory</a:t>
            </a:r>
          </a:p>
          <a:p>
            <a:r>
              <a:rPr lang="en-US" dirty="0"/>
              <a:t>Lab directory</a:t>
            </a:r>
          </a:p>
          <a:p>
            <a:r>
              <a:rPr lang="en-US" dirty="0"/>
              <a:t>Scratch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5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2482</Words>
  <Application>Microsoft Office PowerPoint</Application>
  <PresentationFormat>Widescreen</PresentationFormat>
  <Paragraphs>627</Paragraphs>
  <Slides>51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Consolas</vt:lpstr>
      <vt:lpstr>Source Sans Pro</vt:lpstr>
      <vt:lpstr>Wingdings</vt:lpstr>
      <vt:lpstr>Office Theme</vt:lpstr>
      <vt:lpstr>PowerPoint Presentation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How is information stored on a computer?</vt:lpstr>
      <vt:lpstr>Filesystems organize files on a computer</vt:lpstr>
      <vt:lpstr>A file’s exact location is determined by its path</vt:lpstr>
      <vt:lpstr>The root directory is where all other directories and sub-directories exist</vt:lpstr>
      <vt:lpstr>The root directory contains other folders with files crucial for the operating system to work</vt:lpstr>
      <vt:lpstr>These sub-folders contain their own sub-folders and files</vt:lpstr>
      <vt:lpstr>These sub-folders contain their own sub-folders and files</vt:lpstr>
      <vt:lpstr>Each operating system has a special folder for user data</vt:lpstr>
      <vt:lpstr>Each person that uses the computer (a user) gets their own folder</vt:lpstr>
      <vt:lpstr>Each person that uses the computer (a user) gets their own folder</vt:lpstr>
      <vt:lpstr>A particular user’s folder is populated with standard sub-folders</vt:lpstr>
      <vt:lpstr>The user is free to create, delete, and modify folders and files in their user directory</vt:lpstr>
      <vt:lpstr>Other users can do the same</vt:lpstr>
      <vt:lpstr>What would be the full path from the root to my-doc.pdf?</vt:lpstr>
      <vt:lpstr>What would be the full path from the root to my-doc.pdf?</vt:lpstr>
      <vt:lpstr>What would be the full path from the root to my-doc.pdf on Windows?</vt:lpstr>
      <vt:lpstr>What would be the full path from the root to my-doc.pdf on Windows?</vt:lpstr>
      <vt:lpstr>Modern OS search functions have obviated the need for average users to organize files, and therefore understand filesystems</vt:lpstr>
      <vt:lpstr>Cloud storage makes things even more confusing</vt:lpstr>
      <vt:lpstr>As a data scientist, well organized project files are a necessity for reproducibility and version control</vt:lpstr>
      <vt:lpstr>PowerPoint Presentation</vt:lpstr>
      <vt:lpstr>PowerPoint Presentation</vt:lpstr>
      <vt:lpstr>PowerPoint Presentation</vt:lpstr>
      <vt:lpstr>Each computer will have a program that can be used to interact with it via text</vt:lpstr>
      <vt:lpstr>Vocabulary relating to text interactions</vt:lpstr>
      <vt:lpstr>Vocabulary relating to text interactions</vt:lpstr>
      <vt:lpstr>Vocabulary relating to text interactions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Common commands for interacting with the filesystem</vt:lpstr>
      <vt:lpstr>Common commands for interacting with the filesystem</vt:lpstr>
      <vt:lpstr>The working directory is the directory you are currently in</vt:lpstr>
      <vt:lpstr>We use the change directory command, cd, to move around the filesystem</vt:lpstr>
      <vt:lpstr>Moving backwards with the .. shortcut</vt:lpstr>
      <vt:lpstr>Directories and files</vt:lpstr>
      <vt:lpstr>Paths</vt:lpstr>
      <vt:lpstr>Interacting with the computer via text</vt:lpstr>
      <vt:lpstr>Vocabulary</vt:lpstr>
      <vt:lpstr>Navigation</vt:lpstr>
      <vt:lpstr>Connecting to a remote computer</vt:lpstr>
      <vt:lpstr>Cluster file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22</cp:revision>
  <dcterms:created xsi:type="dcterms:W3CDTF">2026-01-12T15:34:42Z</dcterms:created>
  <dcterms:modified xsi:type="dcterms:W3CDTF">2026-01-13T21:25:05Z</dcterms:modified>
</cp:coreProperties>
</file>