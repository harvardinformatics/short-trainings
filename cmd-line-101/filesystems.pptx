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73" r:id="rId12"/>
    <p:sldId id="274" r:id="rId13"/>
    <p:sldId id="258" r:id="rId14"/>
    <p:sldId id="259" r:id="rId15"/>
    <p:sldId id="257" r:id="rId16"/>
    <p:sldId id="260" r:id="rId17"/>
    <p:sldId id="261" r:id="rId18"/>
    <p:sldId id="262" r:id="rId19"/>
    <p:sldId id="26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9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47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B67D-08DE-C3D0-7C2D-0C4E5E19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E5DE-10CC-7431-E122-04FB75899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B409F-66B9-D42C-204C-9951C1458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2E674-2103-DCEF-1F03-C5146F9F3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09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gif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pic>
        <p:nvPicPr>
          <p:cNvPr id="1026" name="Picture 2" descr="file folder tabs">
            <a:extLst>
              <a:ext uri="{FF2B5EF4-FFF2-40B4-BE49-F238E27FC236}">
                <a16:creationId xmlns:a16="http://schemas.microsoft.com/office/drawing/2014/main" id="{C7BE153D-4790-FEB7-1C3D-45B3C1DB59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6" y="2003425"/>
            <a:ext cx="65333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B086E9-0637-8B61-017E-4EC93588CDA6}"/>
              </a:ext>
            </a:extLst>
          </p:cNvPr>
          <p:cNvSpPr txBox="1"/>
          <p:nvPr/>
        </p:nvSpPr>
        <p:spPr>
          <a:xfrm>
            <a:off x="990600" y="1200150"/>
            <a:ext cx="10039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Filesystems use </a:t>
            </a:r>
            <a:r>
              <a:rPr lang="en-US" sz="2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</a:t>
            </a: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locate files</a:t>
            </a:r>
          </a:p>
        </p:txBody>
      </p:sp>
      <p:pic>
        <p:nvPicPr>
          <p:cNvPr id="102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22F221-3C3B-E062-C8CA-7B25D9956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221073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984F8F-8180-1AE1-EA92-70E5912C7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457" y="2210733"/>
            <a:ext cx="793750" cy="793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76250C-39F1-9815-91DA-F3CD7672D812}"/>
              </a:ext>
            </a:extLst>
          </p:cNvPr>
          <p:cNvSpPr txBox="1"/>
          <p:nvPr/>
        </p:nvSpPr>
        <p:spPr>
          <a:xfrm>
            <a:off x="7258050" y="3289300"/>
            <a:ext cx="42291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Also called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could be empty or contain one or many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can contain other directories!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 themselves have names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1D07C-5B6D-2CAD-55B1-FEEE50AEA6E3}"/>
              </a:ext>
            </a:extLst>
          </p:cNvPr>
          <p:cNvSpPr txBox="1"/>
          <p:nvPr/>
        </p:nvSpPr>
        <p:spPr>
          <a:xfrm>
            <a:off x="8226425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AF171-DD6E-0600-2ACD-BC5ED2F3677E}"/>
              </a:ext>
            </a:extLst>
          </p:cNvPr>
          <p:cNvSpPr txBox="1"/>
          <p:nvPr/>
        </p:nvSpPr>
        <p:spPr>
          <a:xfrm>
            <a:off x="9919082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B56C-2864-4047-F14E-E679E9FC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E837-491F-727B-FD90-E9E359E4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file’s exact location is determined by its </a:t>
            </a:r>
            <a:r>
              <a:rPr lang="en-US" b="1" dirty="0"/>
              <a:t>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0CB30-F509-5EEC-08F7-EAC479621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5762" y="3238500"/>
            <a:ext cx="4483100" cy="1892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A path lists all directories, separated by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 (or </a:t>
            </a:r>
            <a:r>
              <a:rPr lang="en-US" dirty="0">
                <a:latin typeface="Consolas" panose="020B0609020204030204" pitchFamily="49" charset="0"/>
              </a:rPr>
              <a:t>\</a:t>
            </a:r>
            <a:r>
              <a:rPr lang="en-US" dirty="0"/>
              <a:t> on Windows) from the </a:t>
            </a:r>
            <a:r>
              <a:rPr lang="en-US" b="1" dirty="0"/>
              <a:t>root directory</a:t>
            </a:r>
            <a:r>
              <a:rPr lang="en-US" dirty="0"/>
              <a:t> to the current file or 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52ED58-215C-E3C1-6126-F6B9FD3C0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628775"/>
            <a:ext cx="6261100" cy="485177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FF66C1-857E-F3A3-54F5-6239E3434DFB}"/>
              </a:ext>
            </a:extLst>
          </p:cNvPr>
          <p:cNvSpPr/>
          <p:nvPr/>
        </p:nvSpPr>
        <p:spPr>
          <a:xfrm>
            <a:off x="1352550" y="1822450"/>
            <a:ext cx="3765550" cy="3683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FD9196-1D3D-4BE6-9C45-6D3ADD8FE972}"/>
              </a:ext>
            </a:extLst>
          </p:cNvPr>
          <p:cNvSpPr/>
          <p:nvPr/>
        </p:nvSpPr>
        <p:spPr>
          <a:xfrm>
            <a:off x="6905762" y="3238500"/>
            <a:ext cx="4483099" cy="18923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44E97-11C1-7CFA-3FFE-543EF9108D54}"/>
              </a:ext>
            </a:extLst>
          </p:cNvPr>
          <p:cNvSpPr txBox="1"/>
          <p:nvPr/>
        </p:nvSpPr>
        <p:spPr>
          <a:xfrm>
            <a:off x="7699513" y="5190495"/>
            <a:ext cx="2888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Note: this is the definition of an absolute path</a:t>
            </a:r>
          </a:p>
        </p:txBody>
      </p:sp>
    </p:spTree>
    <p:extLst>
      <p:ext uri="{BB962C8B-B14F-4D97-AF65-F5344CB8AC3E}">
        <p14:creationId xmlns:p14="http://schemas.microsoft.com/office/powerpoint/2010/main" val="3556869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1438-7469-62F9-4F78-2E332E993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4656-C6F3-572B-03A3-6B2CE311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is where all other directories and sub-directories exist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F35749-E640-85DC-55E0-1C6A2E8D3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F594B7-4F61-DC2E-670F-FB2D5F77D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AC3AB2-F250-5205-143D-1AEB1D877E39}"/>
              </a:ext>
            </a:extLst>
          </p:cNvPr>
          <p:cNvSpPr txBox="1"/>
          <p:nvPr/>
        </p:nvSpPr>
        <p:spPr>
          <a:xfrm>
            <a:off x="1739486" y="230790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E77D7-BCD2-E1FE-7CF6-2588CC909435}"/>
              </a:ext>
            </a:extLst>
          </p:cNvPr>
          <p:cNvSpPr txBox="1"/>
          <p:nvPr/>
        </p:nvSpPr>
        <p:spPr>
          <a:xfrm>
            <a:off x="7990891" y="230790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1FEAE-3130-4F58-E728-063D7F02CA7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6AA5F-7A04-8C71-56E5-FC7A8ADE661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</p:spTree>
    <p:extLst>
      <p:ext uri="{BB962C8B-B14F-4D97-AF65-F5344CB8AC3E}">
        <p14:creationId xmlns:p14="http://schemas.microsoft.com/office/powerpoint/2010/main" val="1874490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39B23-08B5-2D3D-E66C-0F2B4A40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Directories and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9DF8E-F877-A21C-0004-F6A2A1744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 file?</a:t>
            </a:r>
          </a:p>
          <a:p>
            <a:r>
              <a:rPr lang="en-US" dirty="0"/>
              <a:t>What is a directory?</a:t>
            </a:r>
          </a:p>
          <a:p>
            <a:r>
              <a:rPr lang="en-US" dirty="0"/>
              <a:t>How are these things organized?</a:t>
            </a:r>
          </a:p>
        </p:txBody>
      </p:sp>
    </p:spTree>
    <p:extLst>
      <p:ext uri="{BB962C8B-B14F-4D97-AF65-F5344CB8AC3E}">
        <p14:creationId xmlns:p14="http://schemas.microsoft.com/office/powerpoint/2010/main" val="1129550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23B0E-1014-E0C2-973B-6AB62945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3D5D3-E9C1-CAF2-A64C-91CCCC318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addresses for files/directories</a:t>
            </a:r>
          </a:p>
          <a:p>
            <a:r>
              <a:rPr lang="en-US" dirty="0"/>
              <a:t>Relative vs. absolute paths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6699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5346-7909-B09D-5147-BA1016401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the computer via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559EF-0415-D4DB-7491-C05A85E56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give more detailed instructions</a:t>
            </a:r>
          </a:p>
          <a:p>
            <a:r>
              <a:rPr lang="en-US" dirty="0"/>
              <a:t>“Universal” </a:t>
            </a:r>
          </a:p>
          <a:p>
            <a:r>
              <a:rPr lang="en-US" dirty="0"/>
              <a:t>Examples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726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30033-DDAB-B932-116D-4630BEE30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D1A7D-A95C-86E2-00F0-1C4D0A4B6C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Shell, command prompt, terminal, etc.</a:t>
            </a:r>
          </a:p>
        </p:txBody>
      </p:sp>
    </p:spTree>
    <p:extLst>
      <p:ext uri="{BB962C8B-B14F-4D97-AF65-F5344CB8AC3E}">
        <p14:creationId xmlns:p14="http://schemas.microsoft.com/office/powerpoint/2010/main" val="3432422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DD603-B2F7-5E47-5BD7-027ED854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3C2C7-35B5-CEE0-238B-6A6482D11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Cd, ls, </a:t>
            </a:r>
            <a:r>
              <a:rPr lang="en-US" dirty="0" err="1"/>
              <a:t>pwd</a:t>
            </a:r>
            <a:endParaRPr lang="en-US" dirty="0"/>
          </a:p>
          <a:p>
            <a:r>
              <a:rPr lang="en-US" dirty="0"/>
              <a:t>Relative vs. absolute paths</a:t>
            </a:r>
          </a:p>
        </p:txBody>
      </p:sp>
    </p:spTree>
    <p:extLst>
      <p:ext uri="{BB962C8B-B14F-4D97-AF65-F5344CB8AC3E}">
        <p14:creationId xmlns:p14="http://schemas.microsoft.com/office/powerpoint/2010/main" val="1300114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87625-A3FD-E5BA-FF34-264CA91A3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ssh</a:t>
            </a:r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 directory</a:t>
            </a:r>
          </a:p>
          <a:p>
            <a:r>
              <a:rPr lang="en-US" dirty="0"/>
              <a:t>Lab directory</a:t>
            </a:r>
          </a:p>
          <a:p>
            <a:r>
              <a:rPr lang="en-US" dirty="0"/>
              <a:t>Scratch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754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348</Words>
  <Application>Microsoft Office PowerPoint</Application>
  <PresentationFormat>Widescreen</PresentationFormat>
  <Paragraphs>112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Source Sans Pro</vt:lpstr>
      <vt:lpstr>Office Theme</vt:lpstr>
      <vt:lpstr>PowerPoint Presentation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A file’s exact location is determined by its path</vt:lpstr>
      <vt:lpstr>The root directory is where all other directories and sub-directories exist</vt:lpstr>
      <vt:lpstr>Directories and files</vt:lpstr>
      <vt:lpstr>Paths</vt:lpstr>
      <vt:lpstr>Interacting with the computer via text</vt:lpstr>
      <vt:lpstr>Vocabulary</vt:lpstr>
      <vt:lpstr>Navigation</vt:lpstr>
      <vt:lpstr>Connecting to a remote computer</vt:lpstr>
      <vt:lpstr>Cluster file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9</cp:revision>
  <dcterms:created xsi:type="dcterms:W3CDTF">2026-01-12T15:34:42Z</dcterms:created>
  <dcterms:modified xsi:type="dcterms:W3CDTF">2026-01-12T21:24:55Z</dcterms:modified>
</cp:coreProperties>
</file>