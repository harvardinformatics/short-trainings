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7" r:id="rId7"/>
    <p:sldId id="266" r:id="rId8"/>
    <p:sldId id="268" r:id="rId9"/>
    <p:sldId id="261" r:id="rId10"/>
    <p:sldId id="262" r:id="rId11"/>
    <p:sldId id="263" r:id="rId12"/>
    <p:sldId id="264" r:id="rId13"/>
    <p:sldId id="26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 varScale="1">
        <p:scale>
          <a:sx n="116" d="100"/>
          <a:sy n="116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A5ABD-E82C-59CD-C8B8-5F95CCFAE6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D66FBDE-E490-9051-0488-2BCE3C290F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575AB8-C384-CC8C-53D5-7A4B27BC7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6D80DB-A9B6-E2A7-1072-D8D408B57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686396-4434-4D8A-CFA7-CA2EBD86A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745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C6859-33F6-C900-4E03-3F5E547FB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6FF45A-3C14-92E2-623E-04E6A4629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CF3F03-C7C7-62C2-1FD8-03D8726C5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AB880F-7B62-74CE-D9D8-6A684CF40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101E11-A33E-9A37-67C2-895FF48CB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1635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BA2EA-5E54-470E-BA15-081108FC3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872DD8-67C0-3A4E-BAD6-8B336F8F01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BEFA3A-54D4-11B3-3A2A-B53A98E9E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9CC61F-D6AA-80D4-C737-69A19AEEB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002F7A-2F4D-AFF7-4C73-EC5DFF6E5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7462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BC53E-CEAD-D721-EF70-5EBC91AEE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717C37-3A26-80D5-2CC2-8F490F1C87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C60C9B-317D-213F-3B4A-ED9EC40AB0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1A39D7-3E65-A6EF-4FFD-40138FCC5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1/30/26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13E6C6-1831-6052-12BF-449E3A755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0EDA9D-015C-0DF5-1357-3072A2C3B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740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978AE-F36E-8AE7-1694-4E04FDC8D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D8DBB1-185D-A22E-8745-7D283678E7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F1EA6F-B95F-FEC3-B0F6-D395C1080A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9EBC9B-EB4F-9763-8290-97F25526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1F0D9E-A68A-07B5-5E84-2DE96FF8F6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8F6FF0-E8A1-8A7E-E8CC-633F5C304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1/30/26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51F1DD-12AC-1940-F2BD-BD69442DE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9F6481-953F-D02F-8F1F-30E69D57FD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9284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9DCB5-9418-1825-A301-65D6110E5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37E2B2-54CA-60D4-63CE-7CD895E10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1/30/26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DF3ED3-CAEC-1033-5E54-3D15BA084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0DAB57-B8EF-030E-701F-5E6E02EF1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762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8D22928-E561-F379-5F87-224A12E87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1/30/26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6A1192-E9E1-AEDD-FD49-B80FEC72A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2B9D94-6DEF-A729-630E-BD84F974F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330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2E4E3-878E-AA98-E784-D919AA0B2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FDBDA-E71A-7995-21B6-3F67DA8B8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A8D8F9-683D-BD5E-B2F6-6EEC88C6AD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07B41C-B2C8-4C36-A4DA-A40FF20C4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1/30/26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659ADB-B437-2F30-7B7A-6BE5FAC6D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08DA0B-B7CA-07B5-226F-30A8C9391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0741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AD5DF-7D8E-E754-EFA9-B8AEE8831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DD0004-08D4-BB3F-7CC1-D7AE5F63B9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C8F891-7B42-3CDD-FEF1-979FA71799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4300A6-D60D-1D21-8C27-68A7966BB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1/30/26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5AE8C9-C3C4-6CF7-68C0-F44D6B3A8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9BE6F7-4D77-355B-CC19-5C220E083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7804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8B3F4-204E-9969-A0A7-E268A8A5F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866B9F-872C-F0B2-7FE0-1CF9320912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7E964E-D686-AE68-59B6-11B6418FF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2C5D64-3C1A-4B81-D6D8-456A40E33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485934-D424-8DFB-0D76-F3980F5D3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8004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33A1495-FA61-AAD3-D324-BAEAAD3DA4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37F685-A5D4-B227-4F2F-7FB667163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883D8A-CF94-6C0F-3BC7-5004674EB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6B4F0-C34F-B24F-B974-1303EBE688C1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FDA85D-391B-27A2-EF6B-B90AD426F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42548B-6AB7-E782-45AD-AC8F0D749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6700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E90F4A-3FF2-3112-9E5D-5677617B2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CE6300-3497-8032-F077-AE4E08B01B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C2D7CA-538A-D7E9-37D6-68280D6B96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86B4F0-C34F-B24F-B974-1303EBE688C1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6E1F64-2284-FE40-4F66-D3281111FB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E336C8-488F-9F99-B67C-46E419258D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A37D7D-1841-EF41-B2DF-EFB50B148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317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73EBB-C4C4-20BC-75D0-9571920E460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88B069-E3AB-A69F-02FF-4B5AA21C5D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3340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03133-4B55-6D63-00E8-2FADDAC34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3E4DD6-2D20-CB12-42C1-BE793AD1B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you type a command at the terminal and it executes, what is actually happening?</a:t>
            </a:r>
          </a:p>
          <a:p>
            <a:pPr lvl="1"/>
            <a:r>
              <a:rPr lang="en-US" dirty="0"/>
              <a:t>E.g. `</a:t>
            </a:r>
            <a:r>
              <a:rPr lang="en-US" dirty="0" err="1"/>
              <a:t>ls`</a:t>
            </a:r>
            <a:endParaRPr lang="en-US" dirty="0"/>
          </a:p>
          <a:p>
            <a:r>
              <a:rPr lang="en-US" dirty="0"/>
              <a:t>Or, when you type a command and you get a “command not found” error even </a:t>
            </a:r>
            <a:r>
              <a:rPr lang="en-US" dirty="0" err="1"/>
              <a:t>tho</a:t>
            </a:r>
            <a:r>
              <a:rPr lang="en-US" dirty="0"/>
              <a:t> you’ve installed it, why is that?</a:t>
            </a:r>
          </a:p>
          <a:p>
            <a:r>
              <a:rPr lang="en-US" dirty="0"/>
              <a:t>“Behind the scenes” the shell sets variables that contain important configuration data (paths to executables,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r>
              <a:rPr lang="en-US" b="1" i="1" dirty="0"/>
              <a:t>Environmental variables </a:t>
            </a:r>
          </a:p>
          <a:p>
            <a:pPr lvl="1"/>
            <a:r>
              <a:rPr lang="en-US" dirty="0"/>
              <a:t>Inherited by all child processes upon shell startup</a:t>
            </a:r>
          </a:p>
        </p:txBody>
      </p:sp>
    </p:spTree>
    <p:extLst>
      <p:ext uri="{BB962C8B-B14F-4D97-AF65-F5344CB8AC3E}">
        <p14:creationId xmlns:p14="http://schemas.microsoft.com/office/powerpoint/2010/main" val="2585234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D270E-3B83-E6C4-77B1-3977C5E2C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0A4AC8-9E92-AEDB-4A83-6510F46561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 the `</a:t>
            </a:r>
            <a:r>
              <a:rPr lang="en-US" dirty="0" err="1"/>
              <a:t>ls`</a:t>
            </a:r>
            <a:r>
              <a:rPr lang="en-US" dirty="0"/>
              <a:t> command:</a:t>
            </a:r>
          </a:p>
          <a:p>
            <a:pPr lvl="1"/>
            <a:r>
              <a:rPr lang="en-US" dirty="0"/>
              <a:t>`</a:t>
            </a:r>
            <a:r>
              <a:rPr lang="en-US" dirty="0" err="1"/>
              <a:t>ls`</a:t>
            </a:r>
            <a:r>
              <a:rPr lang="en-US" dirty="0"/>
              <a:t> is a program/executable that “lives” somewhere in the filesystem</a:t>
            </a:r>
          </a:p>
          <a:p>
            <a:pPr lvl="1"/>
            <a:r>
              <a:rPr lang="en-US" dirty="0"/>
              <a:t>We can see where it lives by: `which </a:t>
            </a:r>
            <a:r>
              <a:rPr lang="en-US" dirty="0" err="1"/>
              <a:t>ls`</a:t>
            </a:r>
            <a:endParaRPr lang="en-US" dirty="0"/>
          </a:p>
          <a:p>
            <a:pPr lvl="2"/>
            <a:r>
              <a:rPr lang="en-US" dirty="0"/>
              <a:t>It lives in a directory called `/bin/`</a:t>
            </a:r>
          </a:p>
          <a:p>
            <a:pPr lvl="1"/>
            <a:r>
              <a:rPr lang="en-US" dirty="0"/>
              <a:t>The shell “knows” to look in the `/bin` directory when you type `</a:t>
            </a:r>
            <a:r>
              <a:rPr lang="en-US" dirty="0" err="1"/>
              <a:t>ls`</a:t>
            </a:r>
            <a:r>
              <a:rPr lang="en-US" dirty="0"/>
              <a:t> because of the `$PATH` environmental variable</a:t>
            </a:r>
          </a:p>
          <a:p>
            <a:r>
              <a:rPr lang="en-US" dirty="0"/>
              <a:t>`$PATH` contains a list of directories that the shell will search in for executables</a:t>
            </a:r>
          </a:p>
          <a:p>
            <a:pPr lvl="1"/>
            <a:r>
              <a:rPr lang="en-US" dirty="0"/>
              <a:t>`echo $PATH`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2938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23607-062D-90EF-EB45-F2BCDFFCD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38378-79A4-BA5E-1434-F9FFF576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6F67CC-606C-D900-6F99-6864E759C5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`$PATH` is just one of many environmental variables…</a:t>
            </a:r>
          </a:p>
          <a:p>
            <a:r>
              <a:rPr lang="en-US" dirty="0"/>
              <a:t>`</a:t>
            </a:r>
            <a:r>
              <a:rPr lang="en-US" dirty="0" err="1"/>
              <a:t>printenv</a:t>
            </a:r>
            <a:r>
              <a:rPr lang="en-US" dirty="0"/>
              <a:t>` will list all of them</a:t>
            </a:r>
          </a:p>
          <a:p>
            <a:pPr lvl="1"/>
            <a:r>
              <a:rPr lang="en-US" dirty="0"/>
              <a:t>Most of these are set by the system automatically</a:t>
            </a:r>
          </a:p>
          <a:p>
            <a:pPr lvl="1"/>
            <a:r>
              <a:rPr lang="en-US" dirty="0"/>
              <a:t>Some are static and don’t change (or shouldn’t…)</a:t>
            </a:r>
          </a:p>
          <a:p>
            <a:pPr lvl="2"/>
            <a:r>
              <a:rPr lang="en-US" dirty="0"/>
              <a:t>e.g. `echo $HOME`</a:t>
            </a:r>
          </a:p>
          <a:p>
            <a:pPr lvl="1"/>
            <a:r>
              <a:rPr lang="en-US" dirty="0"/>
              <a:t>Others are updated automatically</a:t>
            </a:r>
          </a:p>
          <a:p>
            <a:pPr lvl="2"/>
            <a:r>
              <a:rPr lang="en-US" dirty="0"/>
              <a:t>`echo $PWD` (present working directory)</a:t>
            </a:r>
          </a:p>
          <a:p>
            <a:pPr lvl="2"/>
            <a:r>
              <a:rPr lang="en-US" dirty="0"/>
              <a:t>`cd ..`</a:t>
            </a:r>
          </a:p>
          <a:p>
            <a:pPr lvl="2"/>
            <a:r>
              <a:rPr lang="en-US" dirty="0"/>
              <a:t>`echo $PWD`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01735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E9007-CB34-F78F-0625-95814257E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63C80-EE9D-E93B-2570-4F4A5D373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CF6D3-2D1C-A66F-DDFB-36EFCF6CC9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51445"/>
          </a:xfrm>
        </p:spPr>
        <p:txBody>
          <a:bodyPr/>
          <a:lstStyle/>
          <a:p>
            <a:r>
              <a:rPr lang="en-US" dirty="0"/>
              <a:t>Like any variables, we can modify or add env variables</a:t>
            </a:r>
          </a:p>
          <a:p>
            <a:pPr lvl="1"/>
            <a:r>
              <a:rPr lang="en-US" dirty="0"/>
              <a:t>Tho that doesn’t mean we </a:t>
            </a:r>
            <a:r>
              <a:rPr lang="en-US" i="1" dirty="0"/>
              <a:t>should</a:t>
            </a:r>
            <a:r>
              <a:rPr lang="en-US" dirty="0"/>
              <a:t>, for some!</a:t>
            </a:r>
          </a:p>
          <a:p>
            <a:r>
              <a:rPr lang="en-US" dirty="0"/>
              <a:t>E.g. you’ve downloaded an executable and want to run it without having to type out the full path to where it’s downloaded</a:t>
            </a:r>
          </a:p>
          <a:p>
            <a:pPr lvl="1"/>
            <a:r>
              <a:rPr lang="en-US" dirty="0"/>
              <a:t>Option 1: copy the executable to a directory in your $PATH</a:t>
            </a:r>
          </a:p>
          <a:p>
            <a:pPr lvl="1"/>
            <a:r>
              <a:rPr lang="en-US" dirty="0"/>
              <a:t>Option 2: modify your $PATH by appending a directory to it:</a:t>
            </a:r>
          </a:p>
          <a:p>
            <a:pPr lvl="2"/>
            <a:r>
              <a:rPr lang="en-US" dirty="0"/>
              <a:t>`PATH=$PATH:/path/to/directory`</a:t>
            </a:r>
          </a:p>
          <a:p>
            <a:pPr lvl="2"/>
            <a:r>
              <a:rPr lang="en-US" dirty="0"/>
              <a:t>The shell will now search that directory for executables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88121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B08D6-F3C7-06FA-42A2-00E0F32F8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104D0-701A-08BE-D0DC-1B8C1BBA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DF8E9-0CB8-9BBB-791A-45A20C615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51445"/>
          </a:xfrm>
        </p:spPr>
        <p:txBody>
          <a:bodyPr/>
          <a:lstStyle/>
          <a:p>
            <a:r>
              <a:rPr lang="en-US" dirty="0"/>
              <a:t>We can also add new variables to the shell:</a:t>
            </a:r>
          </a:p>
          <a:p>
            <a:pPr lvl="1"/>
            <a:r>
              <a:rPr lang="en-US" dirty="0"/>
              <a:t>By convention, bash variables are named in uppercase</a:t>
            </a:r>
          </a:p>
          <a:p>
            <a:pPr lvl="1"/>
            <a:r>
              <a:rPr lang="en-US" dirty="0"/>
              <a:t>`TEST=“hello there”`</a:t>
            </a:r>
          </a:p>
          <a:p>
            <a:pPr lvl="1"/>
            <a:r>
              <a:rPr lang="en-US" dirty="0"/>
              <a:t>`echo $TEST`</a:t>
            </a:r>
          </a:p>
          <a:p>
            <a:r>
              <a:rPr lang="en-US" dirty="0"/>
              <a:t>IMPORTANT: what we did here was make a </a:t>
            </a:r>
            <a:r>
              <a:rPr lang="en-US" i="1" dirty="0"/>
              <a:t>shell variable</a:t>
            </a:r>
            <a:r>
              <a:rPr lang="en-US" dirty="0"/>
              <a:t>, not an environmental variable</a:t>
            </a:r>
          </a:p>
          <a:p>
            <a:r>
              <a:rPr lang="en-US" dirty="0"/>
              <a:t>What’s the difference??</a:t>
            </a:r>
          </a:p>
        </p:txBody>
      </p:sp>
    </p:spTree>
    <p:extLst>
      <p:ext uri="{BB962C8B-B14F-4D97-AF65-F5344CB8AC3E}">
        <p14:creationId xmlns:p14="http://schemas.microsoft.com/office/powerpoint/2010/main" val="34959164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F3DED-A691-9BD8-F866-C62DC8FD4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41E7A-C141-5FC9-78AE-43E2B813E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4551B4-0B44-C75B-0F64-E09B63DD2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51445"/>
          </a:xfrm>
        </p:spPr>
        <p:txBody>
          <a:bodyPr/>
          <a:lstStyle/>
          <a:p>
            <a:r>
              <a:rPr lang="en-US" dirty="0"/>
              <a:t>Environmental variables vs shell variables:</a:t>
            </a:r>
          </a:p>
          <a:p>
            <a:pPr lvl="1"/>
            <a:r>
              <a:rPr lang="en-US" dirty="0"/>
              <a:t>Env variables are shared across all processes or programs created from the shell</a:t>
            </a:r>
          </a:p>
          <a:p>
            <a:pPr lvl="2"/>
            <a:r>
              <a:rPr lang="en-US" dirty="0"/>
              <a:t>Can be “seen” by other programs</a:t>
            </a:r>
          </a:p>
          <a:p>
            <a:pPr lvl="1"/>
            <a:r>
              <a:rPr lang="en-US" dirty="0"/>
              <a:t>Shell variables are local to only the shell; they aren’t “seen” by child processes</a:t>
            </a:r>
          </a:p>
          <a:p>
            <a:pPr lvl="2"/>
            <a:r>
              <a:rPr lang="en-US" dirty="0"/>
              <a:t>E.g. if you ran a script that referenced a shell variable, it would not find it!</a:t>
            </a:r>
          </a:p>
        </p:txBody>
      </p:sp>
    </p:spTree>
    <p:extLst>
      <p:ext uri="{BB962C8B-B14F-4D97-AF65-F5344CB8AC3E}">
        <p14:creationId xmlns:p14="http://schemas.microsoft.com/office/powerpoint/2010/main" val="29200212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C4F92-0A56-5631-4FF8-A0BAFB1B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2EC34-AA03-A74A-1F25-873AB2339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F7D08-ADC1-12F9-6179-E29BDBF48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51445"/>
          </a:xfrm>
        </p:spPr>
        <p:txBody>
          <a:bodyPr/>
          <a:lstStyle/>
          <a:p>
            <a:r>
              <a:rPr lang="en-US" dirty="0"/>
              <a:t>`TEST=“</a:t>
            </a:r>
            <a:r>
              <a:rPr lang="en-US" dirty="0" err="1"/>
              <a:t>bingus</a:t>
            </a:r>
            <a:r>
              <a:rPr lang="en-US" dirty="0"/>
              <a:t>”`</a:t>
            </a:r>
          </a:p>
          <a:p>
            <a:r>
              <a:rPr lang="en-US" dirty="0"/>
              <a:t>`cat </a:t>
            </a:r>
            <a:r>
              <a:rPr lang="en-US" dirty="0" err="1"/>
              <a:t>print_test.sh</a:t>
            </a:r>
            <a:r>
              <a:rPr lang="en-US" dirty="0"/>
              <a:t>`</a:t>
            </a:r>
          </a:p>
          <a:p>
            <a:pPr lvl="1"/>
            <a:r>
              <a:rPr lang="en-US" dirty="0"/>
              <a:t>`echo $TEST`</a:t>
            </a:r>
          </a:p>
          <a:p>
            <a:r>
              <a:rPr lang="en-US" dirty="0"/>
              <a:t>`</a:t>
            </a:r>
            <a:r>
              <a:rPr lang="en-US" dirty="0" err="1"/>
              <a:t>sh</a:t>
            </a:r>
            <a:r>
              <a:rPr lang="en-US" dirty="0"/>
              <a:t> </a:t>
            </a:r>
            <a:r>
              <a:rPr lang="en-US" dirty="0" err="1"/>
              <a:t>print_test.sh</a:t>
            </a:r>
            <a:r>
              <a:rPr lang="en-US" dirty="0"/>
              <a:t>` -&gt; no output!</a:t>
            </a:r>
          </a:p>
          <a:p>
            <a:r>
              <a:rPr lang="en-US" dirty="0"/>
              <a:t>This is because the `$TEST` variable only exists in the </a:t>
            </a:r>
            <a:r>
              <a:rPr lang="en-US" b="1" dirty="0"/>
              <a:t>shell</a:t>
            </a:r>
            <a:r>
              <a:rPr lang="en-US" dirty="0"/>
              <a:t>…any subprocesses (e.g. our `</a:t>
            </a:r>
            <a:r>
              <a:rPr lang="en-US" dirty="0" err="1"/>
              <a:t>print_test</a:t>
            </a:r>
            <a:r>
              <a:rPr lang="en-US" dirty="0"/>
              <a:t>` script) will not inherit it</a:t>
            </a:r>
          </a:p>
          <a:p>
            <a:r>
              <a:rPr lang="en-US" dirty="0"/>
              <a:t>We can convert shell variables to environmental variables!</a:t>
            </a:r>
          </a:p>
          <a:p>
            <a:pPr lvl="1"/>
            <a:r>
              <a:rPr lang="en-US" dirty="0"/>
              <a:t>`export TEST`(note the lack of “$”!)</a:t>
            </a:r>
          </a:p>
          <a:p>
            <a:pPr lvl="1"/>
            <a:r>
              <a:rPr lang="en-US" dirty="0"/>
              <a:t>Now we can run the script successfully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4982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21B01-8498-55BA-4863-549119AED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C49CB-3EFF-1BEE-062E-85818E61D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C9F031-8A9C-44AB-18A3-D0C83B59DA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51445"/>
          </a:xfrm>
        </p:spPr>
        <p:txBody>
          <a:bodyPr/>
          <a:lstStyle/>
          <a:p>
            <a:r>
              <a:rPr lang="en-US" dirty="0"/>
              <a:t>Another important consideration with env/shell variables…</a:t>
            </a:r>
          </a:p>
          <a:p>
            <a:r>
              <a:rPr lang="en-US" dirty="0"/>
              <a:t>Try making a variable: `TEST=“</a:t>
            </a:r>
            <a:r>
              <a:rPr lang="en-US" dirty="0" err="1"/>
              <a:t>bingus</a:t>
            </a:r>
            <a:r>
              <a:rPr lang="en-US" dirty="0"/>
              <a:t>”`</a:t>
            </a:r>
          </a:p>
          <a:p>
            <a:pPr lvl="1"/>
            <a:r>
              <a:rPr lang="en-US" dirty="0"/>
              <a:t>`echo $TEST`</a:t>
            </a:r>
          </a:p>
          <a:p>
            <a:r>
              <a:rPr lang="en-US" dirty="0"/>
              <a:t>Now open a new terminal window…</a:t>
            </a:r>
          </a:p>
          <a:p>
            <a:pPr lvl="1"/>
            <a:r>
              <a:rPr lang="en-US" dirty="0"/>
              <a:t>`echo $TEST`</a:t>
            </a:r>
          </a:p>
          <a:p>
            <a:r>
              <a:rPr lang="en-US" dirty="0"/>
              <a:t>Nothing happens! What’s going on…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70567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3F358-32AA-D230-E448-CC8EA648B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CDFF3-54AD-DE00-A1E6-D9CB43ED8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8351AD-A7C4-DBE1-07C8-402D6525C0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51445"/>
          </a:xfrm>
        </p:spPr>
        <p:txBody>
          <a:bodyPr/>
          <a:lstStyle/>
          <a:p>
            <a:r>
              <a:rPr lang="en-US" dirty="0"/>
              <a:t>Any changes to default env variables or new shell/env variables are only saved for that specific bash session!</a:t>
            </a:r>
          </a:p>
          <a:p>
            <a:pPr lvl="1"/>
            <a:r>
              <a:rPr lang="en-US" dirty="0"/>
              <a:t>You’ll have to re-set the values each time you reopen the shell</a:t>
            </a:r>
          </a:p>
          <a:p>
            <a:pPr lvl="1"/>
            <a:r>
              <a:rPr lang="en-US" dirty="0"/>
              <a:t>Or…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75115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9C31F-4461-80BC-5AE3-BD3831CC4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6E5C9A-D21B-E172-4677-0CBC9FDE0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…we can modify our </a:t>
            </a:r>
            <a:r>
              <a:rPr lang="en-US" b="1" dirty="0"/>
              <a:t>bash</a:t>
            </a:r>
            <a:r>
              <a:rPr lang="en-US" dirty="0"/>
              <a:t> </a:t>
            </a:r>
            <a:r>
              <a:rPr lang="en-US" b="1" dirty="0"/>
              <a:t>profile</a:t>
            </a:r>
            <a:r>
              <a:rPr lang="en-US" dirty="0"/>
              <a:t> to load our custom env variables automatically!</a:t>
            </a:r>
          </a:p>
          <a:p>
            <a:r>
              <a:rPr lang="en-US" dirty="0"/>
              <a:t>This is just one of the things you can do with profiles…</a:t>
            </a:r>
          </a:p>
          <a:p>
            <a:pPr lvl="1"/>
            <a:r>
              <a:rPr lang="en-US" dirty="0"/>
              <a:t>Add custom directories to $PATH</a:t>
            </a:r>
          </a:p>
          <a:p>
            <a:pPr lvl="1"/>
            <a:r>
              <a:rPr lang="en-US" dirty="0"/>
              <a:t>Make a command alias</a:t>
            </a:r>
          </a:p>
          <a:p>
            <a:pPr lvl="1"/>
            <a:r>
              <a:rPr lang="en-US" dirty="0"/>
              <a:t>Customize the colors/themes and behavior of your shell</a:t>
            </a:r>
          </a:p>
          <a:p>
            <a:pPr lvl="1"/>
            <a:r>
              <a:rPr lang="en-US" dirty="0"/>
              <a:t>Etc.</a:t>
            </a:r>
          </a:p>
        </p:txBody>
      </p:sp>
    </p:spTree>
    <p:extLst>
      <p:ext uri="{BB962C8B-B14F-4D97-AF65-F5344CB8AC3E}">
        <p14:creationId xmlns:p14="http://schemas.microsoft.com/office/powerpoint/2010/main" val="30774144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42547D-909F-5B19-8D52-D045A6712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86ED9-A47B-9C4A-E7C6-DC572F0B9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0199B1-3CA2-8200-A0D7-3BBC1D263F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Bash profiles are configuration files that are run on startup of the shell</a:t>
            </a:r>
          </a:p>
          <a:p>
            <a:pPr lvl="1"/>
            <a:r>
              <a:rPr lang="en-US" dirty="0"/>
              <a:t>Use caution! It is possible to “break” your shell, and it can be a big pain to fix it…</a:t>
            </a:r>
          </a:p>
          <a:p>
            <a:r>
              <a:rPr lang="en-US" dirty="0"/>
              <a:t>There are several different bash config files with some subtle differences</a:t>
            </a:r>
          </a:p>
          <a:p>
            <a:pPr lvl="1"/>
            <a:r>
              <a:rPr lang="en-US" dirty="0"/>
              <a:t>Generally they are “hidden” files, meaning they start with a “.” and will not be visible when listing contents unless use `ls –a`</a:t>
            </a:r>
          </a:p>
        </p:txBody>
      </p:sp>
    </p:spTree>
    <p:extLst>
      <p:ext uri="{BB962C8B-B14F-4D97-AF65-F5344CB8AC3E}">
        <p14:creationId xmlns:p14="http://schemas.microsoft.com/office/powerpoint/2010/main" val="28887087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C236B-2663-C0E3-B193-D85BF4148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E66A6-33ED-DB7B-813E-C2D0155E9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Customizing your bash shell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39F41B-823F-1C0F-0B01-1C485790F6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`.</a:t>
            </a:r>
            <a:r>
              <a:rPr lang="en-US" dirty="0" err="1"/>
              <a:t>bashrc</a:t>
            </a:r>
            <a:r>
              <a:rPr lang="en-US" dirty="0"/>
              <a:t>` vs `.</a:t>
            </a:r>
            <a:r>
              <a:rPr lang="en-US" dirty="0" err="1"/>
              <a:t>bash_profile</a:t>
            </a:r>
            <a:r>
              <a:rPr lang="en-US" dirty="0"/>
              <a:t>`</a:t>
            </a:r>
          </a:p>
        </p:txBody>
      </p:sp>
    </p:spTree>
    <p:extLst>
      <p:ext uri="{BB962C8B-B14F-4D97-AF65-F5344CB8AC3E}">
        <p14:creationId xmlns:p14="http://schemas.microsoft.com/office/powerpoint/2010/main" val="11311027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</TotalTime>
  <Words>783</Words>
  <Application>Microsoft Macintosh PowerPoint</Application>
  <PresentationFormat>Widescreen</PresentationFormat>
  <Paragraphs>80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Environmental variables</vt:lpstr>
      <vt:lpstr>Environmental variables</vt:lpstr>
      <vt:lpstr>Environmental variables</vt:lpstr>
      <vt:lpstr>Environmental variables</vt:lpstr>
      <vt:lpstr>Environmental variables</vt:lpstr>
      <vt:lpstr>Environmental variables</vt:lpstr>
      <vt:lpstr>Environmental variables</vt:lpstr>
      <vt:lpstr>Environmental variables</vt:lpstr>
      <vt:lpstr>Environmental variables</vt:lpstr>
      <vt:lpstr>Customizing your bash shell</vt:lpstr>
      <vt:lpstr>Customizing your bash shell</vt:lpstr>
      <vt:lpstr>Customizing your bash shell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Khost, Danielle Emerson</dc:creator>
  <cp:lastModifiedBy>Khost, Danielle Emerson</cp:lastModifiedBy>
  <cp:revision>2</cp:revision>
  <dcterms:created xsi:type="dcterms:W3CDTF">2026-01-30T18:57:29Z</dcterms:created>
  <dcterms:modified xsi:type="dcterms:W3CDTF">2026-01-30T23:26:13Z</dcterms:modified>
</cp:coreProperties>
</file>